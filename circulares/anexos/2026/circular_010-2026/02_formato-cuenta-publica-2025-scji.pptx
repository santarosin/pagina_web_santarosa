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1410" r:id="rId5"/>
    <p:sldId id="1436" r:id="rId6"/>
    <p:sldId id="1446" r:id="rId7"/>
    <p:sldId id="262" r:id="rId8"/>
    <p:sldId id="1459" r:id="rId9"/>
    <p:sldId id="1447" r:id="rId10"/>
    <p:sldId id="1460" r:id="rId11"/>
    <p:sldId id="1448" r:id="rId12"/>
    <p:sldId id="1465" r:id="rId13"/>
    <p:sldId id="1461" r:id="rId14"/>
    <p:sldId id="1462" r:id="rId15"/>
    <p:sldId id="1463" r:id="rId16"/>
    <p:sldId id="1464" r:id="rId17"/>
    <p:sldId id="289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ina Andrea Parra Carrasco" initials="PAPC" lastIdx="1" clrIdx="0">
    <p:extLst>
      <p:ext uri="{19B8F6BF-5375-455C-9EA6-DF929625EA0E}">
        <p15:presenceInfo xmlns:p15="http://schemas.microsoft.com/office/powerpoint/2012/main" userId="S::paulina.parra@mineduc.cl::07b7165c-0ef5-4fe5-93f0-7290095f6cf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E2"/>
    <a:srgbClr val="CFD5EA"/>
    <a:srgbClr val="E9EBF5"/>
    <a:srgbClr val="0B4682"/>
    <a:srgbClr val="084683"/>
    <a:srgbClr val="37C0F1"/>
    <a:srgbClr val="F8D63D"/>
    <a:srgbClr val="FF798A"/>
    <a:srgbClr val="FF3B4C"/>
    <a:srgbClr val="144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CD892-B524-0695-A31C-5F21DDAABD72}" v="12" dt="2026-03-09T17:43:30.910"/>
    <p1510:client id="{06EC5BF7-25E0-4145-99D8-1E45FDA6FFD5}" v="170" dt="2026-03-09T18:09:20.356"/>
    <p1510:client id="{4F3545C5-09F1-5513-B822-70F5216E4EAF}" v="52" dt="2026-03-09T20:36:13.489"/>
    <p1510:client id="{80D0EFF0-15AB-6401-BA29-C8BD806261E6}" v="3" dt="2026-03-09T17:59:34.343"/>
    <p1510:client id="{C9AE540F-13F6-B3BE-4F44-C79F92E8458D}" v="991" dt="2026-03-10T12:34:15.304"/>
    <p1510:client id="{EE626DFE-5012-B841-5099-D58D930364B2}" v="75" dt="2026-03-09T17:46:57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0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man Yeomans Jimenez" userId="S::osman.yeomans@slepsantarosa.gob.cl::c03da1e2-5ddd-40e2-a043-e5f8a9976cf2" providerId="AD" clId="Web-{019CD892-B524-0695-A31C-5F21DDAABD72}"/>
    <pc:docChg chg="modSld">
      <pc:chgData name="Osman Yeomans Jimenez" userId="S::osman.yeomans@slepsantarosa.gob.cl::c03da1e2-5ddd-40e2-a043-e5f8a9976cf2" providerId="AD" clId="Web-{019CD892-B524-0695-A31C-5F21DDAABD72}" dt="2026-03-09T17:43:30.910" v="11"/>
      <pc:docMkLst>
        <pc:docMk/>
      </pc:docMkLst>
      <pc:sldChg chg="modSp">
        <pc:chgData name="Osman Yeomans Jimenez" userId="S::osman.yeomans@slepsantarosa.gob.cl::c03da1e2-5ddd-40e2-a043-e5f8a9976cf2" providerId="AD" clId="Web-{019CD892-B524-0695-A31C-5F21DDAABD72}" dt="2026-03-09T17:43:23.035" v="1"/>
        <pc:sldMkLst>
          <pc:docMk/>
          <pc:sldMk cId="3258471287" sldId="1447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3.035" v="1"/>
          <ac:graphicFrameMkLst>
            <pc:docMk/>
            <pc:sldMk cId="3258471287" sldId="1447"/>
            <ac:graphicFrameMk id="2" creationId="{839934C4-70EB-7E35-BD43-8C30C5BDC8EB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26.457" v="3"/>
        <pc:sldMkLst>
          <pc:docMk/>
          <pc:sldMk cId="1038005696" sldId="1449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6.457" v="3"/>
          <ac:graphicFrameMkLst>
            <pc:docMk/>
            <pc:sldMk cId="1038005696" sldId="1449"/>
            <ac:graphicFrameMk id="2" creationId="{6BB4F548-284D-14D2-B2FD-17FA7C80752F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27.785" v="7"/>
        <pc:sldMkLst>
          <pc:docMk/>
          <pc:sldMk cId="3656542055" sldId="1451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7.707" v="5"/>
          <ac:graphicFrameMkLst>
            <pc:docMk/>
            <pc:sldMk cId="3656542055" sldId="1451"/>
            <ac:graphicFrameMk id="4" creationId="{E8BF287A-9F91-9161-AA6B-E5F223BF7D67}"/>
          </ac:graphicFrameMkLst>
        </pc:graphicFrameChg>
        <pc:graphicFrameChg chg="modGraphic">
          <ac:chgData name="Osman Yeomans Jimenez" userId="S::osman.yeomans@slepsantarosa.gob.cl::c03da1e2-5ddd-40e2-a043-e5f8a9976cf2" providerId="AD" clId="Web-{019CD892-B524-0695-A31C-5F21DDAABD72}" dt="2026-03-09T17:43:27.785" v="7"/>
          <ac:graphicFrameMkLst>
            <pc:docMk/>
            <pc:sldMk cId="3656542055" sldId="1451"/>
            <ac:graphicFrameMk id="6" creationId="{D2088787-998D-C6D0-1919-CD7B9E8FD851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30.910" v="11"/>
        <pc:sldMkLst>
          <pc:docMk/>
          <pc:sldMk cId="4224733013" sldId="1452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30.847" v="9"/>
          <ac:graphicFrameMkLst>
            <pc:docMk/>
            <pc:sldMk cId="4224733013" sldId="1452"/>
            <ac:graphicFrameMk id="4" creationId="{979623FA-1D7A-5A7A-1DFB-A71152064065}"/>
          </ac:graphicFrameMkLst>
        </pc:graphicFrameChg>
        <pc:graphicFrameChg chg="modGraphic">
          <ac:chgData name="Osman Yeomans Jimenez" userId="S::osman.yeomans@slepsantarosa.gob.cl::c03da1e2-5ddd-40e2-a043-e5f8a9976cf2" providerId="AD" clId="Web-{019CD892-B524-0695-A31C-5F21DDAABD72}" dt="2026-03-09T17:43:30.910" v="11"/>
          <ac:graphicFrameMkLst>
            <pc:docMk/>
            <pc:sldMk cId="4224733013" sldId="1452"/>
            <ac:graphicFrameMk id="6" creationId="{1AC5C360-DA21-2962-2734-F72F52993188}"/>
          </ac:graphicFrameMkLst>
        </pc:graphicFrameChg>
      </pc:sldChg>
    </pc:docChg>
  </pc:docChgLst>
  <pc:docChgLst>
    <pc:chgData name="Bruno Andrés Cortes González" userId="S::bruno.cortes@slepsantarosa.gob.cl::148140d0-bcfe-4012-b18a-ad2c5d05a771" providerId="AD" clId="Web-{EE626DFE-5012-B841-5099-D58D930364B2}"/>
    <pc:docChg chg="modSld sldOrd">
      <pc:chgData name="Bruno Andrés Cortes González" userId="S::bruno.cortes@slepsantarosa.gob.cl::148140d0-bcfe-4012-b18a-ad2c5d05a771" providerId="AD" clId="Web-{EE626DFE-5012-B841-5099-D58D930364B2}" dt="2026-03-09T17:46:56.480" v="37" actId="20577"/>
      <pc:docMkLst>
        <pc:docMk/>
      </pc:docMkLst>
      <pc:sldChg chg="delSp modSp">
        <pc:chgData name="Bruno Andrés Cortes González" userId="S::bruno.cortes@slepsantarosa.gob.cl::148140d0-bcfe-4012-b18a-ad2c5d05a771" providerId="AD" clId="Web-{EE626DFE-5012-B841-5099-D58D930364B2}" dt="2026-03-09T17:43:49.567" v="14"/>
        <pc:sldMkLst>
          <pc:docMk/>
          <pc:sldMk cId="1559807572" sldId="262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06.315" v="3"/>
          <ac:graphicFrameMkLst>
            <pc:docMk/>
            <pc:sldMk cId="1559807572" sldId="262"/>
            <ac:graphicFrameMk id="17" creationId="{DD910537-B877-56C7-D5C8-92D641FED799}"/>
          </ac:graphicFrameMkLst>
        </pc:graphicFrameChg>
        <pc:picChg chg="del">
          <ac:chgData name="Bruno Andrés Cortes González" userId="S::bruno.cortes@slepsantarosa.gob.cl::148140d0-bcfe-4012-b18a-ad2c5d05a771" providerId="AD" clId="Web-{EE626DFE-5012-B841-5099-D58D930364B2}" dt="2026-03-09T17:43:49.567" v="14"/>
          <ac:picMkLst>
            <pc:docMk/>
            <pc:sldMk cId="1559807572" sldId="262"/>
            <ac:picMk id="2" creationId="{CD6BFD12-CEDE-2AFE-5B63-9F88DB52A9FD}"/>
          </ac:picMkLst>
        </pc:pic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4:35.678" v="22" actId="20577"/>
        <pc:sldMkLst>
          <pc:docMk/>
          <pc:sldMk cId="118511536" sldId="1436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4:35.678" v="22" actId="20577"/>
          <ac:spMkLst>
            <pc:docMk/>
            <pc:sldMk cId="118511536" sldId="1436"/>
            <ac:spMk id="24" creationId="{2FAE47F1-CB49-5DDE-AFAB-E110A518D6E8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44.723" v="13" actId="1076"/>
        <pc:sldMkLst>
          <pc:docMk/>
          <pc:sldMk cId="32928144" sldId="1446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01.846" v="1"/>
          <ac:graphicFrameMkLst>
            <pc:docMk/>
            <pc:sldMk cId="32928144" sldId="1446"/>
            <ac:graphicFrameMk id="17" creationId="{E4166BEF-9844-38AD-72B3-1242D7261812}"/>
          </ac:graphicFrameMkLst>
        </pc:graphicFrameChg>
        <pc:picChg chg="mod">
          <ac:chgData name="Bruno Andrés Cortes González" userId="S::bruno.cortes@slepsantarosa.gob.cl::148140d0-bcfe-4012-b18a-ad2c5d05a771" providerId="AD" clId="Web-{EE626DFE-5012-B841-5099-D58D930364B2}" dt="2026-03-09T17:43:44.723" v="13" actId="1076"/>
          <ac:picMkLst>
            <pc:docMk/>
            <pc:sldMk cId="32928144" sldId="1446"/>
            <ac:picMk id="2" creationId="{56947DF8-9759-41C9-11FE-30C5A7919844}"/>
          </ac:picMkLst>
        </pc:pic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5:09.476" v="27"/>
        <pc:sldMkLst>
          <pc:docMk/>
          <pc:sldMk cId="321948466" sldId="1448"/>
        </pc:sldMkLst>
        <pc:graphicFrameChg chg="mod modGraphic">
          <ac:chgData name="Bruno Andrés Cortes González" userId="S::bruno.cortes@slepsantarosa.gob.cl::148140d0-bcfe-4012-b18a-ad2c5d05a771" providerId="AD" clId="Web-{EE626DFE-5012-B841-5099-D58D930364B2}" dt="2026-03-09T17:45:09.476" v="27"/>
          <ac:graphicFrameMkLst>
            <pc:docMk/>
            <pc:sldMk cId="321948466" sldId="1448"/>
            <ac:graphicFrameMk id="4" creationId="{98B5304A-7657-518C-5CE9-560A6F259BB0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13.659" v="7"/>
        <pc:sldMkLst>
          <pc:docMk/>
          <pc:sldMk cId="1557653540" sldId="1450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13.566" v="5"/>
          <ac:graphicFrameMkLst>
            <pc:docMk/>
            <pc:sldMk cId="1557653540" sldId="1450"/>
            <ac:graphicFrameMk id="4" creationId="{13AA6359-2923-7DF4-CCFF-56414FD404B8}"/>
          </ac:graphicFrameMkLst>
        </pc:graphicFrameChg>
        <pc:graphicFrameChg chg="modGraphic">
          <ac:chgData name="Bruno Andrés Cortes González" userId="S::bruno.cortes@slepsantarosa.gob.cl::148140d0-bcfe-4012-b18a-ad2c5d05a771" providerId="AD" clId="Web-{EE626DFE-5012-B841-5099-D58D930364B2}" dt="2026-03-09T17:43:13.659" v="7"/>
          <ac:graphicFrameMkLst>
            <pc:docMk/>
            <pc:sldMk cId="1557653540" sldId="1450"/>
            <ac:graphicFrameMk id="6" creationId="{AC1B4D46-9D11-15F7-5B80-24CD3A9937FC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33.816" v="11"/>
        <pc:sldMkLst>
          <pc:docMk/>
          <pc:sldMk cId="4224733013" sldId="1452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33.723" v="9"/>
          <ac:graphicFrameMkLst>
            <pc:docMk/>
            <pc:sldMk cId="4224733013" sldId="1452"/>
            <ac:graphicFrameMk id="4" creationId="{979623FA-1D7A-5A7A-1DFB-A71152064065}"/>
          </ac:graphicFrameMkLst>
        </pc:graphicFrameChg>
        <pc:graphicFrameChg chg="modGraphic">
          <ac:chgData name="Bruno Andrés Cortes González" userId="S::bruno.cortes@slepsantarosa.gob.cl::148140d0-bcfe-4012-b18a-ad2c5d05a771" providerId="AD" clId="Web-{EE626DFE-5012-B841-5099-D58D930364B2}" dt="2026-03-09T17:43:33.816" v="11"/>
          <ac:graphicFrameMkLst>
            <pc:docMk/>
            <pc:sldMk cId="4224733013" sldId="1452"/>
            <ac:graphicFrameMk id="6" creationId="{1AC5C360-DA21-2962-2734-F72F52993188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5:44.868" v="28"/>
        <pc:sldMkLst>
          <pc:docMk/>
          <pc:sldMk cId="841207554" sldId="1453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5:44.868" v="28"/>
          <ac:graphicFrameMkLst>
            <pc:docMk/>
            <pc:sldMk cId="841207554" sldId="1453"/>
            <ac:graphicFrameMk id="2" creationId="{7EF6F0D2-E785-2AC0-3AEC-66F0F1B82F00}"/>
          </ac:graphicFrameMkLst>
        </pc:graphicFrameChg>
      </pc:sldChg>
      <pc:sldChg chg="modSp ord">
        <pc:chgData name="Bruno Andrés Cortes González" userId="S::bruno.cortes@slepsantarosa.gob.cl::148140d0-bcfe-4012-b18a-ad2c5d05a771" providerId="AD" clId="Web-{EE626DFE-5012-B841-5099-D58D930364B2}" dt="2026-03-09T17:46:45.307" v="33" actId="20577"/>
        <pc:sldMkLst>
          <pc:docMk/>
          <pc:sldMk cId="2708365838" sldId="1454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45.307" v="33" actId="20577"/>
          <ac:spMkLst>
            <pc:docMk/>
            <pc:sldMk cId="2708365838" sldId="1454"/>
            <ac:spMk id="11" creationId="{69D78650-C3A8-3ACE-9113-CE2FE69E23F3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6:52.417" v="35" actId="20577"/>
        <pc:sldMkLst>
          <pc:docMk/>
          <pc:sldMk cId="3056661458" sldId="1455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52.417" v="35" actId="20577"/>
          <ac:spMkLst>
            <pc:docMk/>
            <pc:sldMk cId="3056661458" sldId="1455"/>
            <ac:spMk id="11" creationId="{D40F7727-717F-1927-B063-188B4CC92BAF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6:56.480" v="37" actId="20577"/>
        <pc:sldMkLst>
          <pc:docMk/>
          <pc:sldMk cId="1846356693" sldId="1456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56.480" v="37" actId="20577"/>
          <ac:spMkLst>
            <pc:docMk/>
            <pc:sldMk cId="1846356693" sldId="1456"/>
            <ac:spMk id="11" creationId="{C37161E5-977C-4C55-0FBA-BDACE6D761C2}"/>
          </ac:spMkLst>
        </pc:spChg>
      </pc:sldChg>
    </pc:docChg>
  </pc:docChgLst>
  <pc:docChgLst>
    <pc:chgData name="Bruno Andrés Cortes González" userId="148140d0-bcfe-4012-b18a-ad2c5d05a771" providerId="ADAL" clId="{5CFF1A6A-1880-4EA0-AB13-902DA0BDB3D8}"/>
    <pc:docChg chg="undo custSel addSld delSld modSld">
      <pc:chgData name="Bruno Andrés Cortes González" userId="148140d0-bcfe-4012-b18a-ad2c5d05a771" providerId="ADAL" clId="{5CFF1A6A-1880-4EA0-AB13-902DA0BDB3D8}" dt="2026-03-09T18:09:20.356" v="169"/>
      <pc:docMkLst>
        <pc:docMk/>
      </pc:docMkLst>
      <pc:sldChg chg="modSp mod">
        <pc:chgData name="Bruno Andrés Cortes González" userId="148140d0-bcfe-4012-b18a-ad2c5d05a771" providerId="ADAL" clId="{5CFF1A6A-1880-4EA0-AB13-902DA0BDB3D8}" dt="2026-03-09T18:07:33.654" v="167" actId="5793"/>
        <pc:sldMkLst>
          <pc:docMk/>
          <pc:sldMk cId="118511536" sldId="1436"/>
        </pc:sldMkLst>
        <pc:spChg chg="mod">
          <ac:chgData name="Bruno Andrés Cortes González" userId="148140d0-bcfe-4012-b18a-ad2c5d05a771" providerId="ADAL" clId="{5CFF1A6A-1880-4EA0-AB13-902DA0BDB3D8}" dt="2026-03-09T18:07:33.654" v="167" actId="5793"/>
          <ac:spMkLst>
            <pc:docMk/>
            <pc:sldMk cId="118511536" sldId="1436"/>
            <ac:spMk id="24" creationId="{2FAE47F1-CB49-5DDE-AFAB-E110A518D6E8}"/>
          </ac:spMkLst>
        </pc:spChg>
      </pc:sldChg>
      <pc:sldChg chg="modSp mod">
        <pc:chgData name="Bruno Andrés Cortes González" userId="148140d0-bcfe-4012-b18a-ad2c5d05a771" providerId="ADAL" clId="{5CFF1A6A-1880-4EA0-AB13-902DA0BDB3D8}" dt="2026-03-09T18:04:44.657" v="92" actId="1076"/>
        <pc:sldMkLst>
          <pc:docMk/>
          <pc:sldMk cId="3258471287" sldId="1447"/>
        </pc:sldMkLst>
        <pc:spChg chg="mod">
          <ac:chgData name="Bruno Andrés Cortes González" userId="148140d0-bcfe-4012-b18a-ad2c5d05a771" providerId="ADAL" clId="{5CFF1A6A-1880-4EA0-AB13-902DA0BDB3D8}" dt="2026-03-09T18:04:31.731" v="88" actId="1076"/>
          <ac:spMkLst>
            <pc:docMk/>
            <pc:sldMk cId="3258471287" sldId="1447"/>
            <ac:spMk id="11" creationId="{FB7C07D9-E803-C381-BDF7-14169EB29A70}"/>
          </ac:spMkLst>
        </pc:spChg>
        <pc:graphicFrameChg chg="mod">
          <ac:chgData name="Bruno Andrés Cortes González" userId="148140d0-bcfe-4012-b18a-ad2c5d05a771" providerId="ADAL" clId="{5CFF1A6A-1880-4EA0-AB13-902DA0BDB3D8}" dt="2026-03-09T18:04:36.838" v="89" actId="1076"/>
          <ac:graphicFrameMkLst>
            <pc:docMk/>
            <pc:sldMk cId="3258471287" sldId="1447"/>
            <ac:graphicFrameMk id="2" creationId="{839934C4-70EB-7E35-BD43-8C30C5BDC8EB}"/>
          </ac:graphicFrameMkLst>
        </pc:graphicFrameChg>
        <pc:picChg chg="mod">
          <ac:chgData name="Bruno Andrés Cortes González" userId="148140d0-bcfe-4012-b18a-ad2c5d05a771" providerId="ADAL" clId="{5CFF1A6A-1880-4EA0-AB13-902DA0BDB3D8}" dt="2026-03-09T18:04:26.063" v="87" actId="1076"/>
          <ac:picMkLst>
            <pc:docMk/>
            <pc:sldMk cId="3258471287" sldId="1447"/>
            <ac:picMk id="3" creationId="{818DC508-62B6-CEDC-EE02-86C87C7EB36C}"/>
          </ac:picMkLst>
        </pc:picChg>
        <pc:picChg chg="mod">
          <ac:chgData name="Bruno Andrés Cortes González" userId="148140d0-bcfe-4012-b18a-ad2c5d05a771" providerId="ADAL" clId="{5CFF1A6A-1880-4EA0-AB13-902DA0BDB3D8}" dt="2026-03-09T18:04:44.657" v="92" actId="1076"/>
          <ac:picMkLst>
            <pc:docMk/>
            <pc:sldMk cId="3258471287" sldId="1447"/>
            <ac:picMk id="4" creationId="{0F266C36-04D6-D314-11FF-6D7C43BD596B}"/>
          </ac:picMkLst>
        </pc:picChg>
        <pc:picChg chg="mod">
          <ac:chgData name="Bruno Andrés Cortes González" userId="148140d0-bcfe-4012-b18a-ad2c5d05a771" providerId="ADAL" clId="{5CFF1A6A-1880-4EA0-AB13-902DA0BDB3D8}" dt="2026-03-09T18:04:39.568" v="90" actId="1076"/>
          <ac:picMkLst>
            <pc:docMk/>
            <pc:sldMk cId="3258471287" sldId="1447"/>
            <ac:picMk id="5" creationId="{B0E3C0C2-25D7-EF0B-EAD4-8C7C17513303}"/>
          </ac:picMkLst>
        </pc:picChg>
      </pc:sldChg>
      <pc:sldChg chg="modSp mod">
        <pc:chgData name="Bruno Andrés Cortes González" userId="148140d0-bcfe-4012-b18a-ad2c5d05a771" providerId="ADAL" clId="{5CFF1A6A-1880-4EA0-AB13-902DA0BDB3D8}" dt="2026-03-09T18:05:51.468" v="144"/>
        <pc:sldMkLst>
          <pc:docMk/>
          <pc:sldMk cId="321948466" sldId="1448"/>
        </pc:sldMkLst>
        <pc:graphicFrameChg chg="modGraphic">
          <ac:chgData name="Bruno Andrés Cortes González" userId="148140d0-bcfe-4012-b18a-ad2c5d05a771" providerId="ADAL" clId="{5CFF1A6A-1880-4EA0-AB13-902DA0BDB3D8}" dt="2026-03-09T18:05:51.468" v="144"/>
          <ac:graphicFrameMkLst>
            <pc:docMk/>
            <pc:sldMk cId="321948466" sldId="1448"/>
            <ac:graphicFrameMk id="4" creationId="{98B5304A-7657-518C-5CE9-560A6F259BB0}"/>
          </ac:graphicFrameMkLst>
        </pc:graphicFrameChg>
      </pc:sldChg>
      <pc:sldChg chg="modSp mod">
        <pc:chgData name="Bruno Andrés Cortes González" userId="148140d0-bcfe-4012-b18a-ad2c5d05a771" providerId="ADAL" clId="{5CFF1A6A-1880-4EA0-AB13-902DA0BDB3D8}" dt="2026-03-09T18:05:35.130" v="99"/>
        <pc:sldMkLst>
          <pc:docMk/>
          <pc:sldMk cId="1038005696" sldId="1449"/>
        </pc:sldMkLst>
        <pc:graphicFrameChg chg="modGraphic">
          <ac:chgData name="Bruno Andrés Cortes González" userId="148140d0-bcfe-4012-b18a-ad2c5d05a771" providerId="ADAL" clId="{5CFF1A6A-1880-4EA0-AB13-902DA0BDB3D8}" dt="2026-03-09T18:05:35.130" v="99"/>
          <ac:graphicFrameMkLst>
            <pc:docMk/>
            <pc:sldMk cId="1038005696" sldId="1449"/>
            <ac:graphicFrameMk id="2" creationId="{6BB4F548-284D-14D2-B2FD-17FA7C80752F}"/>
          </ac:graphicFrameMkLst>
        </pc:graphicFrameChg>
      </pc:sldChg>
      <pc:sldChg chg="del">
        <pc:chgData name="Bruno Andrés Cortes González" userId="148140d0-bcfe-4012-b18a-ad2c5d05a771" providerId="ADAL" clId="{5CFF1A6A-1880-4EA0-AB13-902DA0BDB3D8}" dt="2026-03-09T18:00:59.686" v="3" actId="47"/>
        <pc:sldMkLst>
          <pc:docMk/>
          <pc:sldMk cId="1557653540" sldId="1450"/>
        </pc:sldMkLst>
      </pc:sldChg>
      <pc:sldChg chg="modSp mod">
        <pc:chgData name="Bruno Andrés Cortes González" userId="148140d0-bcfe-4012-b18a-ad2c5d05a771" providerId="ADAL" clId="{5CFF1A6A-1880-4EA0-AB13-902DA0BDB3D8}" dt="2026-03-09T18:00:43.552" v="2"/>
        <pc:sldMkLst>
          <pc:docMk/>
          <pc:sldMk cId="3656542055" sldId="1451"/>
        </pc:sldMkLst>
        <pc:graphicFrameChg chg="modGraphic">
          <ac:chgData name="Bruno Andrés Cortes González" userId="148140d0-bcfe-4012-b18a-ad2c5d05a771" providerId="ADAL" clId="{5CFF1A6A-1880-4EA0-AB13-902DA0BDB3D8}" dt="2026-03-09T18:00:43.552" v="2"/>
          <ac:graphicFrameMkLst>
            <pc:docMk/>
            <pc:sldMk cId="3656542055" sldId="1451"/>
            <ac:graphicFrameMk id="4" creationId="{E8BF287A-9F91-9161-AA6B-E5F223BF7D67}"/>
          </ac:graphicFrameMkLst>
        </pc:graphicFrameChg>
        <pc:graphicFrameChg chg="modGraphic">
          <ac:chgData name="Bruno Andrés Cortes González" userId="148140d0-bcfe-4012-b18a-ad2c5d05a771" providerId="ADAL" clId="{5CFF1A6A-1880-4EA0-AB13-902DA0BDB3D8}" dt="2026-03-09T18:00:37.805" v="1"/>
          <ac:graphicFrameMkLst>
            <pc:docMk/>
            <pc:sldMk cId="3656542055" sldId="1451"/>
            <ac:graphicFrameMk id="6" creationId="{D2088787-998D-C6D0-1919-CD7B9E8FD851}"/>
          </ac:graphicFrameMkLst>
        </pc:graphicFrameChg>
      </pc:sldChg>
      <pc:sldChg chg="del">
        <pc:chgData name="Bruno Andrés Cortes González" userId="148140d0-bcfe-4012-b18a-ad2c5d05a771" providerId="ADAL" clId="{5CFF1A6A-1880-4EA0-AB13-902DA0BDB3D8}" dt="2026-03-09T18:00:59.686" v="3" actId="47"/>
        <pc:sldMkLst>
          <pc:docMk/>
          <pc:sldMk cId="4224733013" sldId="1452"/>
        </pc:sldMkLst>
      </pc:sldChg>
      <pc:sldChg chg="addSp modSp">
        <pc:chgData name="Bruno Andrés Cortes González" userId="148140d0-bcfe-4012-b18a-ad2c5d05a771" providerId="ADAL" clId="{5CFF1A6A-1880-4EA0-AB13-902DA0BDB3D8}" dt="2026-03-09T18:09:04.572" v="168"/>
        <pc:sldMkLst>
          <pc:docMk/>
          <pc:sldMk cId="841207554" sldId="1453"/>
        </pc:sldMkLst>
        <pc:spChg chg="add mod">
          <ac:chgData name="Bruno Andrés Cortes González" userId="148140d0-bcfe-4012-b18a-ad2c5d05a771" providerId="ADAL" clId="{5CFF1A6A-1880-4EA0-AB13-902DA0BDB3D8}" dt="2026-03-09T18:09:04.572" v="168"/>
          <ac:spMkLst>
            <pc:docMk/>
            <pc:sldMk cId="841207554" sldId="1453"/>
            <ac:spMk id="4" creationId="{C14216C0-C470-04E0-63EF-A305C45633AD}"/>
          </ac:spMkLst>
        </pc:spChg>
      </pc:sldChg>
      <pc:sldChg chg="addSp modSp mod">
        <pc:chgData name="Bruno Andrés Cortes González" userId="148140d0-bcfe-4012-b18a-ad2c5d05a771" providerId="ADAL" clId="{5CFF1A6A-1880-4EA0-AB13-902DA0BDB3D8}" dt="2026-03-09T18:09:20.356" v="169"/>
        <pc:sldMkLst>
          <pc:docMk/>
          <pc:sldMk cId="2708365838" sldId="1454"/>
        </pc:sldMkLst>
        <pc:spChg chg="add mod">
          <ac:chgData name="Bruno Andrés Cortes González" userId="148140d0-bcfe-4012-b18a-ad2c5d05a771" providerId="ADAL" clId="{5CFF1A6A-1880-4EA0-AB13-902DA0BDB3D8}" dt="2026-03-09T18:09:20.356" v="169"/>
          <ac:spMkLst>
            <pc:docMk/>
            <pc:sldMk cId="2708365838" sldId="1454"/>
            <ac:spMk id="2" creationId="{04CAC052-F815-E49B-D334-C842DC727BF7}"/>
          </ac:spMkLst>
        </pc:spChg>
        <pc:graphicFrameChg chg="mod">
          <ac:chgData name="Bruno Andrés Cortes González" userId="148140d0-bcfe-4012-b18a-ad2c5d05a771" providerId="ADAL" clId="{5CFF1A6A-1880-4EA0-AB13-902DA0BDB3D8}" dt="2026-03-09T18:05:16.880" v="97" actId="1076"/>
          <ac:graphicFrameMkLst>
            <pc:docMk/>
            <pc:sldMk cId="2708365838" sldId="1454"/>
            <ac:graphicFrameMk id="4" creationId="{A1F22D64-25BE-B551-3AFD-E7779A151EA1}"/>
          </ac:graphicFrameMkLst>
        </pc:graphicFrameChg>
      </pc:sldChg>
      <pc:sldChg chg="modSp mod">
        <pc:chgData name="Bruno Andrés Cortes González" userId="148140d0-bcfe-4012-b18a-ad2c5d05a771" providerId="ADAL" clId="{5CFF1A6A-1880-4EA0-AB13-902DA0BDB3D8}" dt="2026-03-09T18:05:02.913" v="95" actId="14100"/>
        <pc:sldMkLst>
          <pc:docMk/>
          <pc:sldMk cId="3056661458" sldId="1455"/>
        </pc:sldMkLst>
        <pc:graphicFrameChg chg="mod modGraphic">
          <ac:chgData name="Bruno Andrés Cortes González" userId="148140d0-bcfe-4012-b18a-ad2c5d05a771" providerId="ADAL" clId="{5CFF1A6A-1880-4EA0-AB13-902DA0BDB3D8}" dt="2026-03-09T18:05:02.913" v="95" actId="14100"/>
          <ac:graphicFrameMkLst>
            <pc:docMk/>
            <pc:sldMk cId="3056661458" sldId="1455"/>
            <ac:graphicFrameMk id="2" creationId="{8E4E90F7-DFD8-4BCE-9D39-7C51656AB1A7}"/>
          </ac:graphicFrameMkLst>
        </pc:graphicFrameChg>
      </pc:sldChg>
      <pc:sldChg chg="addSp modSp mod">
        <pc:chgData name="Bruno Andrés Cortes González" userId="148140d0-bcfe-4012-b18a-ad2c5d05a771" providerId="ADAL" clId="{5CFF1A6A-1880-4EA0-AB13-902DA0BDB3D8}" dt="2026-03-09T18:05:12.108" v="96" actId="1076"/>
        <pc:sldMkLst>
          <pc:docMk/>
          <pc:sldMk cId="1846356693" sldId="1456"/>
        </pc:sldMkLst>
        <pc:graphicFrameChg chg="add mod">
          <ac:chgData name="Bruno Andrés Cortes González" userId="148140d0-bcfe-4012-b18a-ad2c5d05a771" providerId="ADAL" clId="{5CFF1A6A-1880-4EA0-AB13-902DA0BDB3D8}" dt="2026-03-09T18:02:17.144" v="23"/>
          <ac:graphicFrameMkLst>
            <pc:docMk/>
            <pc:sldMk cId="1846356693" sldId="1456"/>
            <ac:graphicFrameMk id="2" creationId="{FA353DC4-417C-19E8-E713-9BC28620CF38}"/>
          </ac:graphicFrameMkLst>
        </pc:graphicFrameChg>
        <pc:graphicFrameChg chg="mod modGraphic">
          <ac:chgData name="Bruno Andrés Cortes González" userId="148140d0-bcfe-4012-b18a-ad2c5d05a771" providerId="ADAL" clId="{5CFF1A6A-1880-4EA0-AB13-902DA0BDB3D8}" dt="2026-03-09T18:05:12.108" v="96" actId="1076"/>
          <ac:graphicFrameMkLst>
            <pc:docMk/>
            <pc:sldMk cId="1846356693" sldId="1456"/>
            <ac:graphicFrameMk id="9" creationId="{B6F28991-5F3D-B299-F3A9-2D8F22860335}"/>
          </ac:graphicFrameMkLst>
        </pc:graphicFrameChg>
        <pc:picChg chg="mod">
          <ac:chgData name="Bruno Andrés Cortes González" userId="148140d0-bcfe-4012-b18a-ad2c5d05a771" providerId="ADAL" clId="{5CFF1A6A-1880-4EA0-AB13-902DA0BDB3D8}" dt="2026-03-09T18:02:36.585" v="25" actId="1076"/>
          <ac:picMkLst>
            <pc:docMk/>
            <pc:sldMk cId="1846356693" sldId="1456"/>
            <ac:picMk id="5" creationId="{49C724AD-3DA3-4E45-C9BC-B9FC63665340}"/>
          </ac:picMkLst>
        </pc:picChg>
      </pc:sldChg>
      <pc:sldChg chg="modSp add mod">
        <pc:chgData name="Bruno Andrés Cortes González" userId="148140d0-bcfe-4012-b18a-ad2c5d05a771" providerId="ADAL" clId="{5CFF1A6A-1880-4EA0-AB13-902DA0BDB3D8}" dt="2026-03-09T18:01:10.884" v="7" actId="20577"/>
        <pc:sldMkLst>
          <pc:docMk/>
          <pc:sldMk cId="3095297403" sldId="1457"/>
        </pc:sldMkLst>
        <pc:spChg chg="mod">
          <ac:chgData name="Bruno Andrés Cortes González" userId="148140d0-bcfe-4012-b18a-ad2c5d05a771" providerId="ADAL" clId="{5CFF1A6A-1880-4EA0-AB13-902DA0BDB3D8}" dt="2026-03-09T18:01:10.884" v="7" actId="20577"/>
          <ac:spMkLst>
            <pc:docMk/>
            <pc:sldMk cId="3095297403" sldId="1457"/>
            <ac:spMk id="11" creationId="{DFF5C8E3-EC7B-E16C-7854-7E3948E32E1A}"/>
          </ac:spMkLst>
        </pc:spChg>
      </pc:sldChg>
      <pc:sldChg chg="modSp add mod">
        <pc:chgData name="Bruno Andrés Cortes González" userId="148140d0-bcfe-4012-b18a-ad2c5d05a771" providerId="ADAL" clId="{5CFF1A6A-1880-4EA0-AB13-902DA0BDB3D8}" dt="2026-03-09T18:01:22.555" v="20" actId="20577"/>
        <pc:sldMkLst>
          <pc:docMk/>
          <pc:sldMk cId="2943921789" sldId="1458"/>
        </pc:sldMkLst>
        <pc:spChg chg="mod">
          <ac:chgData name="Bruno Andrés Cortes González" userId="148140d0-bcfe-4012-b18a-ad2c5d05a771" providerId="ADAL" clId="{5CFF1A6A-1880-4EA0-AB13-902DA0BDB3D8}" dt="2026-03-09T18:01:22.555" v="20" actId="20577"/>
          <ac:spMkLst>
            <pc:docMk/>
            <pc:sldMk cId="2943921789" sldId="1458"/>
            <ac:spMk id="11" creationId="{DF0F4054-4220-EA07-8E2C-C65F980D1880}"/>
          </ac:spMkLst>
        </pc:spChg>
      </pc:sldChg>
    </pc:docChg>
  </pc:docChgLst>
  <pc:docChgLst>
    <pc:chgData name="Bruno Andrés Cortes González" userId="S::bruno.cortes@slepsantarosa.gob.cl::148140d0-bcfe-4012-b18a-ad2c5d05a771" providerId="AD" clId="Web-{80D0EFF0-15AB-6401-BA29-C8BD806261E6}"/>
    <pc:docChg chg="modSld">
      <pc:chgData name="Bruno Andrés Cortes González" userId="S::bruno.cortes@slepsantarosa.gob.cl::148140d0-bcfe-4012-b18a-ad2c5d05a771" providerId="AD" clId="Web-{80D0EFF0-15AB-6401-BA29-C8BD806261E6}" dt="2026-03-09T17:59:34.343" v="1"/>
      <pc:docMkLst>
        <pc:docMk/>
      </pc:docMkLst>
      <pc:sldChg chg="mod setBg">
        <pc:chgData name="Bruno Andrés Cortes González" userId="S::bruno.cortes@slepsantarosa.gob.cl::148140d0-bcfe-4012-b18a-ad2c5d05a771" providerId="AD" clId="Web-{80D0EFF0-15AB-6401-BA29-C8BD806261E6}" dt="2026-03-09T17:59:34.343" v="1"/>
        <pc:sldMkLst>
          <pc:docMk/>
          <pc:sldMk cId="3656542055" sldId="1451"/>
        </pc:sldMkLst>
      </pc:sldChg>
    </pc:docChg>
  </pc:docChgLst>
  <pc:docChgLst>
    <pc:chgData name="Bruno Andrés Cortes González" userId="S::bruno.cortes@slepsantarosa.gob.cl::148140d0-bcfe-4012-b18a-ad2c5d05a771" providerId="AD" clId="Web-{C9AE540F-13F6-B3BE-4F44-C79F92E8458D}"/>
    <pc:docChg chg="addSld delSld modSld sldOrd">
      <pc:chgData name="Bruno Andrés Cortes González" userId="S::bruno.cortes@slepsantarosa.gob.cl::148140d0-bcfe-4012-b18a-ad2c5d05a771" providerId="AD" clId="Web-{C9AE540F-13F6-B3BE-4F44-C79F92E8458D}" dt="2026-03-10T12:34:15.304" v="693"/>
      <pc:docMkLst>
        <pc:docMk/>
      </pc:docMkLst>
      <pc:sldChg chg="addSp delSp modSp">
        <pc:chgData name="Bruno Andrés Cortes González" userId="S::bruno.cortes@slepsantarosa.gob.cl::148140d0-bcfe-4012-b18a-ad2c5d05a771" providerId="AD" clId="Web-{C9AE540F-13F6-B3BE-4F44-C79F92E8458D}" dt="2026-03-10T12:33:36.099" v="681"/>
        <pc:sldMkLst>
          <pc:docMk/>
          <pc:sldMk cId="1559807572" sldId="262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36.099" v="681"/>
          <ac:spMkLst>
            <pc:docMk/>
            <pc:sldMk cId="1559807572" sldId="262"/>
            <ac:spMk id="6" creationId="{39A7F4CF-8C2B-5212-50FA-02E4E2782897}"/>
          </ac:spMkLst>
        </pc:sp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1:52:59.968" v="331" actId="1076"/>
          <ac:graphicFrameMkLst>
            <pc:docMk/>
            <pc:sldMk cId="1559807572" sldId="262"/>
            <ac:graphicFrameMk id="4" creationId="{63829176-084C-A448-CD17-4F2EA935E644}"/>
          </ac:graphicFrameMkLst>
        </pc:graphicFrameChg>
        <pc:graphicFrameChg chg="del">
          <ac:chgData name="Bruno Andrés Cortes González" userId="S::bruno.cortes@slepsantarosa.gob.cl::148140d0-bcfe-4012-b18a-ad2c5d05a771" providerId="AD" clId="Web-{C9AE540F-13F6-B3BE-4F44-C79F92E8458D}" dt="2026-03-09T20:49:48.729" v="137"/>
          <ac:graphicFrameMkLst>
            <pc:docMk/>
            <pc:sldMk cId="1559807572" sldId="262"/>
            <ac:graphicFrameMk id="17" creationId="{DD910537-B877-56C7-D5C8-92D641FED799}"/>
          </ac:graphicFrameMkLst>
        </pc:graphicFrameChg>
      </pc:sldChg>
      <pc:sldChg chg="addSp delSp">
        <pc:chgData name="Bruno Andrés Cortes González" userId="S::bruno.cortes@slepsantarosa.gob.cl::148140d0-bcfe-4012-b18a-ad2c5d05a771" providerId="AD" clId="Web-{C9AE540F-13F6-B3BE-4F44-C79F92E8458D}" dt="2026-03-10T12:34:15.304" v="693"/>
        <pc:sldMkLst>
          <pc:docMk/>
          <pc:sldMk cId="267969638" sldId="289"/>
        </pc:sldMkLst>
        <pc:spChg chg="add del">
          <ac:chgData name="Bruno Andrés Cortes González" userId="S::bruno.cortes@slepsantarosa.gob.cl::148140d0-bcfe-4012-b18a-ad2c5d05a771" providerId="AD" clId="Web-{C9AE540F-13F6-B3BE-4F44-C79F92E8458D}" dt="2026-03-10T12:20:52.168" v="668"/>
          <ac:spMkLst>
            <pc:docMk/>
            <pc:sldMk cId="267969638" sldId="289"/>
            <ac:spMk id="6" creationId="{9790E629-CF0B-648B-FC32-B91AA3BA99F9}"/>
          </ac:spMkLst>
        </pc:spChg>
        <pc:spChg chg="add del">
          <ac:chgData name="Bruno Andrés Cortes González" userId="S::bruno.cortes@slepsantarosa.gob.cl::148140d0-bcfe-4012-b18a-ad2c5d05a771" providerId="AD" clId="Web-{C9AE540F-13F6-B3BE-4F44-C79F92E8458D}" dt="2026-03-10T12:34:07.960" v="692"/>
          <ac:spMkLst>
            <pc:docMk/>
            <pc:sldMk cId="267969638" sldId="289"/>
            <ac:spMk id="9" creationId="{3C45BA93-10B8-68D5-0FB6-84965CABE744}"/>
          </ac:spMkLst>
        </pc:spChg>
        <pc:spChg chg="add">
          <ac:chgData name="Bruno Andrés Cortes González" userId="S::bruno.cortes@slepsantarosa.gob.cl::148140d0-bcfe-4012-b18a-ad2c5d05a771" providerId="AD" clId="Web-{C9AE540F-13F6-B3BE-4F44-C79F92E8458D}" dt="2026-03-10T12:34:15.304" v="693"/>
          <ac:spMkLst>
            <pc:docMk/>
            <pc:sldMk cId="267969638" sldId="289"/>
            <ac:spMk id="11" creationId="{D796B96C-4CAB-5882-64CC-796678CD6921}"/>
          </ac:spMkLst>
        </pc:spChg>
      </pc:sldChg>
      <pc:sldChg chg="addSp delSp modSp">
        <pc:chgData name="Bruno Andrés Cortes González" userId="S::bruno.cortes@slepsantarosa.gob.cl::148140d0-bcfe-4012-b18a-ad2c5d05a771" providerId="AD" clId="Web-{C9AE540F-13F6-B3BE-4F44-C79F92E8458D}" dt="2026-03-10T12:32:44.110" v="671"/>
        <pc:sldMkLst>
          <pc:docMk/>
          <pc:sldMk cId="118511536" sldId="1436"/>
        </pc:sldMkLst>
        <pc:spChg chg="add del mod">
          <ac:chgData name="Bruno Andrés Cortes González" userId="S::bruno.cortes@slepsantarosa.gob.cl::148140d0-bcfe-4012-b18a-ad2c5d05a771" providerId="AD" clId="Web-{C9AE540F-13F6-B3BE-4F44-C79F92E8458D}" dt="2026-03-09T20:48:03.472" v="48"/>
          <ac:spMkLst>
            <pc:docMk/>
            <pc:sldMk cId="118511536" sldId="1436"/>
            <ac:spMk id="4" creationId="{A6EB6EF6-B78A-C06B-F90E-8E507901D31A}"/>
          </ac:spMkLst>
        </pc:spChg>
        <pc:spChg chg="add">
          <ac:chgData name="Bruno Andrés Cortes González" userId="S::bruno.cortes@slepsantarosa.gob.cl::148140d0-bcfe-4012-b18a-ad2c5d05a771" providerId="AD" clId="Web-{C9AE540F-13F6-B3BE-4F44-C79F92E8458D}" dt="2026-03-10T12:32:44.110" v="671"/>
          <ac:spMkLst>
            <pc:docMk/>
            <pc:sldMk cId="118511536" sldId="1436"/>
            <ac:spMk id="7" creationId="{0493B1EF-5502-8292-E755-B924EC91633E}"/>
          </ac:spMkLst>
        </pc:spChg>
        <pc:spChg chg="add del mod">
          <ac:chgData name="Bruno Andrés Cortes González" userId="S::bruno.cortes@slepsantarosa.gob.cl::148140d0-bcfe-4012-b18a-ad2c5d05a771" providerId="AD" clId="Web-{C9AE540F-13F6-B3BE-4F44-C79F92E8458D}" dt="2026-03-09T20:48:39.426" v="59"/>
          <ac:spMkLst>
            <pc:docMk/>
            <pc:sldMk cId="118511536" sldId="1436"/>
            <ac:spMk id="7" creationId="{BFA100EA-4577-BB68-E847-1AABCB16131F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09T20:49:31.787" v="135" actId="20577"/>
          <ac:spMkLst>
            <pc:docMk/>
            <pc:sldMk cId="118511536" sldId="1436"/>
            <ac:spMk id="24" creationId="{2FAE47F1-CB49-5DDE-AFAB-E110A518D6E8}"/>
          </ac:spMkLst>
        </pc:spChg>
        <pc:picChg chg="del">
          <ac:chgData name="Bruno Andrés Cortes González" userId="S::bruno.cortes@slepsantarosa.gob.cl::148140d0-bcfe-4012-b18a-ad2c5d05a771" providerId="AD" clId="Web-{C9AE540F-13F6-B3BE-4F44-C79F92E8458D}" dt="2026-03-10T12:32:43.173" v="670"/>
          <ac:picMkLst>
            <pc:docMk/>
            <pc:sldMk cId="118511536" sldId="1436"/>
            <ac:picMk id="3" creationId="{00C15308-B2E7-3417-C6DA-9C93D81F3326}"/>
          </ac:picMkLst>
        </pc:picChg>
      </pc:sldChg>
      <pc:sldChg chg="addSp delSp modSp">
        <pc:chgData name="Bruno Andrés Cortes González" userId="S::bruno.cortes@slepsantarosa.gob.cl::148140d0-bcfe-4012-b18a-ad2c5d05a771" providerId="AD" clId="Web-{C9AE540F-13F6-B3BE-4F44-C79F92E8458D}" dt="2026-03-10T12:33:30.223" v="680" actId="1076"/>
        <pc:sldMkLst>
          <pc:docMk/>
          <pc:sldMk cId="32928144" sldId="1446"/>
        </pc:sldMkLst>
        <pc:spChg chg="add del mod">
          <ac:chgData name="Bruno Andrés Cortes González" userId="S::bruno.cortes@slepsantarosa.gob.cl::148140d0-bcfe-4012-b18a-ad2c5d05a771" providerId="AD" clId="Web-{C9AE540F-13F6-B3BE-4F44-C79F92E8458D}" dt="2026-03-10T12:33:13.456" v="676"/>
          <ac:spMkLst>
            <pc:docMk/>
            <pc:sldMk cId="32928144" sldId="1446"/>
            <ac:spMk id="7" creationId="{2682DB47-18F9-B221-B55A-45747051A724}"/>
          </ac:spMkLst>
        </pc:spChg>
        <pc:spChg chg="add mod">
          <ac:chgData name="Bruno Andrés Cortes González" userId="S::bruno.cortes@slepsantarosa.gob.cl::148140d0-bcfe-4012-b18a-ad2c5d05a771" providerId="AD" clId="Web-{C9AE540F-13F6-B3BE-4F44-C79F92E8458D}" dt="2026-03-10T12:33:30.223" v="680" actId="1076"/>
          <ac:spMkLst>
            <pc:docMk/>
            <pc:sldMk cId="32928144" sldId="1446"/>
            <ac:spMk id="9" creationId="{378A9B6F-3EDE-E806-D28B-FF13AA2C7F7D}"/>
          </ac:spMkLst>
        </pc:sp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1:42:53.563" v="168"/>
          <ac:graphicFrameMkLst>
            <pc:docMk/>
            <pc:sldMk cId="32928144" sldId="1446"/>
            <ac:graphicFrameMk id="6" creationId="{66CFAFF9-684E-11C1-4B5A-D70BD572AF93}"/>
          </ac:graphicFrameMkLst>
        </pc:graphicFrameChg>
        <pc:graphicFrameChg chg="del">
          <ac:chgData name="Bruno Andrés Cortes González" userId="S::bruno.cortes@slepsantarosa.gob.cl::148140d0-bcfe-4012-b18a-ad2c5d05a771" providerId="AD" clId="Web-{C9AE540F-13F6-B3BE-4F44-C79F92E8458D}" dt="2026-03-09T20:49:45.819" v="136"/>
          <ac:graphicFrameMkLst>
            <pc:docMk/>
            <pc:sldMk cId="32928144" sldId="1446"/>
            <ac:graphicFrameMk id="17" creationId="{E4166BEF-9844-38AD-72B3-1242D7261812}"/>
          </ac:graphicFrameMkLst>
        </pc:graphicFrameChg>
        <pc:picChg chg="del">
          <ac:chgData name="Bruno Andrés Cortes González" userId="S::bruno.cortes@slepsantarosa.gob.cl::148140d0-bcfe-4012-b18a-ad2c5d05a771" providerId="AD" clId="Web-{C9AE540F-13F6-B3BE-4F44-C79F92E8458D}" dt="2026-03-10T12:33:24.363" v="678"/>
          <ac:picMkLst>
            <pc:docMk/>
            <pc:sldMk cId="32928144" sldId="1446"/>
            <ac:picMk id="2" creationId="{56947DF8-9759-41C9-11FE-30C5A7919844}"/>
          </ac:picMkLst>
        </pc:picChg>
        <pc:picChg chg="mod">
          <ac:chgData name="Bruno Andrés Cortes González" userId="S::bruno.cortes@slepsantarosa.gob.cl::148140d0-bcfe-4012-b18a-ad2c5d05a771" providerId="AD" clId="Web-{C9AE540F-13F6-B3BE-4F44-C79F92E8458D}" dt="2026-03-10T12:32:59.782" v="674" actId="1076"/>
          <ac:picMkLst>
            <pc:docMk/>
            <pc:sldMk cId="32928144" sldId="1446"/>
            <ac:picMk id="5" creationId="{01B66568-374B-9F84-88AA-4955D490F33B}"/>
          </ac:picMkLst>
        </pc:picChg>
      </pc:sldChg>
      <pc:sldChg chg="addSp delSp modSp">
        <pc:chgData name="Bruno Andrés Cortes González" userId="S::bruno.cortes@slepsantarosa.gob.cl::148140d0-bcfe-4012-b18a-ad2c5d05a771" providerId="AD" clId="Web-{C9AE540F-13F6-B3BE-4F44-C79F92E8458D}" dt="2026-03-10T12:33:40.708" v="683"/>
        <pc:sldMkLst>
          <pc:docMk/>
          <pc:sldMk cId="3258471287" sldId="1447"/>
        </pc:sldMkLst>
        <pc:spChg chg="add del">
          <ac:chgData name="Bruno Andrés Cortes González" userId="S::bruno.cortes@slepsantarosa.gob.cl::148140d0-bcfe-4012-b18a-ad2c5d05a771" providerId="AD" clId="Web-{C9AE540F-13F6-B3BE-4F44-C79F92E8458D}" dt="2026-03-10T11:55:16.017" v="385"/>
          <ac:spMkLst>
            <pc:docMk/>
            <pc:sldMk cId="3258471287" sldId="1447"/>
            <ac:spMk id="9" creationId="{C99783DA-1811-84D1-2297-A2FBE640ED0B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55:20.048" v="386" actId="1076"/>
          <ac:spMkLst>
            <pc:docMk/>
            <pc:sldMk cId="3258471287" sldId="1447"/>
            <ac:spMk id="11" creationId="{FB7C07D9-E803-C381-BDF7-14169EB29A70}"/>
          </ac:spMkLst>
        </pc:spChg>
        <pc:spChg chg="add">
          <ac:chgData name="Bruno Andrés Cortes González" userId="S::bruno.cortes@slepsantarosa.gob.cl::148140d0-bcfe-4012-b18a-ad2c5d05a771" providerId="AD" clId="Web-{C9AE540F-13F6-B3BE-4F44-C79F92E8458D}" dt="2026-03-10T12:33:40.708" v="683"/>
          <ac:spMkLst>
            <pc:docMk/>
            <pc:sldMk cId="3258471287" sldId="1447"/>
            <ac:spMk id="12" creationId="{464AD798-3E8F-0C58-8E89-332262888674}"/>
          </ac:spMkLst>
        </pc:spChg>
        <pc:graphicFrameChg chg="mod modGraphic">
          <ac:chgData name="Bruno Andrés Cortes González" userId="S::bruno.cortes@slepsantarosa.gob.cl::148140d0-bcfe-4012-b18a-ad2c5d05a771" providerId="AD" clId="Web-{C9AE540F-13F6-B3BE-4F44-C79F92E8458D}" dt="2026-03-10T11:55:42.970" v="391" actId="1076"/>
          <ac:graphicFrameMkLst>
            <pc:docMk/>
            <pc:sldMk cId="3258471287" sldId="1447"/>
            <ac:graphicFrameMk id="2" creationId="{839934C4-70EB-7E35-BD43-8C30C5BDC8EB}"/>
          </ac:graphicFrameMkLst>
        </pc:graphicFrameChg>
        <pc:graphicFrameChg chg="add del mod">
          <ac:chgData name="Bruno Andrés Cortes González" userId="S::bruno.cortes@slepsantarosa.gob.cl::148140d0-bcfe-4012-b18a-ad2c5d05a771" providerId="AD" clId="Web-{C9AE540F-13F6-B3BE-4F44-C79F92E8458D}" dt="2026-03-10T11:52:51.374" v="329"/>
          <ac:graphicFrameMkLst>
            <pc:docMk/>
            <pc:sldMk cId="3258471287" sldId="1447"/>
            <ac:graphicFrameMk id="7" creationId="{C7F4FB6F-5A11-0B8E-4EAB-5C06B838B294}"/>
          </ac:graphicFrameMkLst>
        </pc:graphicFrameChg>
        <pc:picChg chg="del">
          <ac:chgData name="Bruno Andrés Cortes González" userId="S::bruno.cortes@slepsantarosa.gob.cl::148140d0-bcfe-4012-b18a-ad2c5d05a771" providerId="AD" clId="Web-{C9AE540F-13F6-B3BE-4F44-C79F92E8458D}" dt="2026-03-10T12:33:40.458" v="682"/>
          <ac:picMkLst>
            <pc:docMk/>
            <pc:sldMk cId="3258471287" sldId="1447"/>
            <ac:picMk id="4" creationId="{0F266C36-04D6-D314-11FF-6D7C43BD596B}"/>
          </ac:picMkLst>
        </pc:picChg>
      </pc:sldChg>
      <pc:sldChg chg="addSp delSp modSp">
        <pc:chgData name="Bruno Andrés Cortes González" userId="S::bruno.cortes@slepsantarosa.gob.cl::148140d0-bcfe-4012-b18a-ad2c5d05a771" providerId="AD" clId="Web-{C9AE540F-13F6-B3BE-4F44-C79F92E8458D}" dt="2026-03-10T12:33:44.959" v="685"/>
        <pc:sldMkLst>
          <pc:docMk/>
          <pc:sldMk cId="321948466" sldId="1448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44.959" v="685"/>
          <ac:spMkLst>
            <pc:docMk/>
            <pc:sldMk cId="321948466" sldId="1448"/>
            <ac:spMk id="10" creationId="{44DB1005-B68E-E279-113D-CF25E4EF62AC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56:12.658" v="422" actId="14100"/>
          <ac:spMkLst>
            <pc:docMk/>
            <pc:sldMk cId="321948466" sldId="1448"/>
            <ac:spMk id="11" creationId="{C96ACC0D-7D75-8D8A-B4C0-7FDBF8316752}"/>
          </ac:spMkLst>
        </pc:spChg>
        <pc:graphicFrameChg chg="del">
          <ac:chgData name="Bruno Andrés Cortes González" userId="S::bruno.cortes@slepsantarosa.gob.cl::148140d0-bcfe-4012-b18a-ad2c5d05a771" providerId="AD" clId="Web-{C9AE540F-13F6-B3BE-4F44-C79F92E8458D}" dt="2026-03-10T11:56:16.267" v="423"/>
          <ac:graphicFrameMkLst>
            <pc:docMk/>
            <pc:sldMk cId="321948466" sldId="1448"/>
            <ac:graphicFrameMk id="4" creationId="{98B5304A-7657-518C-5CE9-560A6F259BB0}"/>
          </ac:graphicFrameMkLst>
        </pc:graphicFrame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1:56:35.361" v="476"/>
          <ac:graphicFrameMkLst>
            <pc:docMk/>
            <pc:sldMk cId="321948466" sldId="1448"/>
            <ac:graphicFrameMk id="6" creationId="{F15860E8-6DF6-5C0D-66DC-774D35478076}"/>
          </ac:graphicFrameMkLst>
        </pc:graphicFrameChg>
        <pc:picChg chg="add del">
          <ac:chgData name="Bruno Andrés Cortes González" userId="S::bruno.cortes@slepsantarosa.gob.cl::148140d0-bcfe-4012-b18a-ad2c5d05a771" providerId="AD" clId="Web-{C9AE540F-13F6-B3BE-4F44-C79F92E8458D}" dt="2026-03-10T12:07:25.656" v="584"/>
          <ac:picMkLst>
            <pc:docMk/>
            <pc:sldMk cId="321948466" sldId="1448"/>
            <ac:picMk id="8" creationId="{ED1C40D9-D2C2-E539-7F22-11F3035B83DB}"/>
          </ac:picMkLst>
        </pc:picChg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90" v="658"/>
        <pc:sldMkLst>
          <pc:docMk/>
          <pc:sldMk cId="1038005696" sldId="1449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90" v="657"/>
        <pc:sldMkLst>
          <pc:docMk/>
          <pc:sldMk cId="3656542055" sldId="1451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90" v="654"/>
        <pc:sldMkLst>
          <pc:docMk/>
          <pc:sldMk cId="841207554" sldId="1453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75" v="651"/>
        <pc:sldMkLst>
          <pc:docMk/>
          <pc:sldMk cId="2708365838" sldId="1454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75" v="653"/>
        <pc:sldMkLst>
          <pc:docMk/>
          <pc:sldMk cId="3056661458" sldId="1455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75" v="652"/>
        <pc:sldMkLst>
          <pc:docMk/>
          <pc:sldMk cId="1846356693" sldId="1456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90" v="656"/>
        <pc:sldMkLst>
          <pc:docMk/>
          <pc:sldMk cId="3095297403" sldId="1457"/>
        </pc:sldMkLst>
      </pc:sldChg>
      <pc:sldChg chg="del">
        <pc:chgData name="Bruno Andrés Cortes González" userId="S::bruno.cortes@slepsantarosa.gob.cl::148140d0-bcfe-4012-b18a-ad2c5d05a771" providerId="AD" clId="Web-{C9AE540F-13F6-B3BE-4F44-C79F92E8458D}" dt="2026-03-10T12:09:33.190" v="655"/>
        <pc:sldMkLst>
          <pc:docMk/>
          <pc:sldMk cId="2943921789" sldId="1458"/>
        </pc:sldMkLst>
      </pc:sldChg>
      <pc:sldChg chg="addSp delSp modSp add replId">
        <pc:chgData name="Bruno Andrés Cortes González" userId="S::bruno.cortes@slepsantarosa.gob.cl::148140d0-bcfe-4012-b18a-ad2c5d05a771" providerId="AD" clId="Web-{C9AE540F-13F6-B3BE-4F44-C79F92E8458D}" dt="2026-03-10T11:53:14.203" v="335" actId="1076"/>
        <pc:sldMkLst>
          <pc:docMk/>
          <pc:sldMk cId="4139686404" sldId="1459"/>
        </pc:sldMkLst>
        <pc:spChg chg="add del mod">
          <ac:chgData name="Bruno Andrés Cortes González" userId="S::bruno.cortes@slepsantarosa.gob.cl::148140d0-bcfe-4012-b18a-ad2c5d05a771" providerId="AD" clId="Web-{C9AE540F-13F6-B3BE-4F44-C79F92E8458D}" dt="2026-03-10T11:44:46.346" v="186"/>
          <ac:spMkLst>
            <pc:docMk/>
            <pc:sldMk cId="4139686404" sldId="1459"/>
            <ac:spMk id="7" creationId="{CC16755F-0C23-99CA-30EE-62093CC88A9F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49:48.870" v="226" actId="20577"/>
          <ac:spMkLst>
            <pc:docMk/>
            <pc:sldMk cId="4139686404" sldId="1459"/>
            <ac:spMk id="11" creationId="{BF346A72-1FF5-8C16-2553-5139834278AC}"/>
          </ac:spMkLst>
        </pc:spChg>
        <pc:graphicFrameChg chg="del">
          <ac:chgData name="Bruno Andrés Cortes González" userId="S::bruno.cortes@slepsantarosa.gob.cl::148140d0-bcfe-4012-b18a-ad2c5d05a771" providerId="AD" clId="Web-{C9AE540F-13F6-B3BE-4F44-C79F92E8458D}" dt="2026-03-10T11:45:11.377" v="210"/>
          <ac:graphicFrameMkLst>
            <pc:docMk/>
            <pc:sldMk cId="4139686404" sldId="1459"/>
            <ac:graphicFrameMk id="4" creationId="{39982FE1-232E-2284-58E7-A2E5A79F1709}"/>
          </ac:graphicFrameMkLst>
        </pc:graphicFrameChg>
        <pc:graphicFrameChg chg="add del mod">
          <ac:chgData name="Bruno Andrés Cortes González" userId="S::bruno.cortes@slepsantarosa.gob.cl::148140d0-bcfe-4012-b18a-ad2c5d05a771" providerId="AD" clId="Web-{C9AE540F-13F6-B3BE-4F44-C79F92E8458D}" dt="2026-03-10T11:44:46.346" v="187"/>
          <ac:graphicFrameMkLst>
            <pc:docMk/>
            <pc:sldMk cId="4139686404" sldId="1459"/>
            <ac:graphicFrameMk id="6" creationId="{A7B187CB-5AC8-3271-F441-C84C9CDA00F3}"/>
          </ac:graphicFrameMkLst>
        </pc:graphicFrame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1:53:14.203" v="335" actId="1076"/>
          <ac:graphicFrameMkLst>
            <pc:docMk/>
            <pc:sldMk cId="4139686404" sldId="1459"/>
            <ac:graphicFrameMk id="9" creationId="{6F743AE2-69D1-746F-C9FF-C005680A66D7}"/>
          </ac:graphicFrameMkLst>
        </pc:graphicFrameChg>
      </pc:sldChg>
      <pc:sldChg chg="addSp delSp modSp add replId">
        <pc:chgData name="Bruno Andrés Cortes González" userId="S::bruno.cortes@slepsantarosa.gob.cl::148140d0-bcfe-4012-b18a-ad2c5d05a771" providerId="AD" clId="Web-{C9AE540F-13F6-B3BE-4F44-C79F92E8458D}" dt="2026-03-10T12:33:43.052" v="684"/>
        <pc:sldMkLst>
          <pc:docMk/>
          <pc:sldMk cId="800109690" sldId="1460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43.052" v="684"/>
          <ac:spMkLst>
            <pc:docMk/>
            <pc:sldMk cId="800109690" sldId="1460"/>
            <ac:spMk id="9" creationId="{6D39398D-C351-C096-4645-7813C4251D3F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55:32.595" v="390" actId="1076"/>
          <ac:spMkLst>
            <pc:docMk/>
            <pc:sldMk cId="800109690" sldId="1460"/>
            <ac:spMk id="11" creationId="{5899B2C0-4801-2BD8-5EE9-FE7BA09218AA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07:14.891" v="581" actId="1076"/>
          <ac:spMkLst>
            <pc:docMk/>
            <pc:sldMk cId="800109690" sldId="1460"/>
            <ac:spMk id="18" creationId="{B394CAA8-E0D0-1E4B-ADEB-A5D103DA6E3F}"/>
          </ac:spMkLst>
        </pc:spChg>
        <pc:graphicFrameChg chg="del">
          <ac:chgData name="Bruno Andrés Cortes González" userId="S::bruno.cortes@slepsantarosa.gob.cl::148140d0-bcfe-4012-b18a-ad2c5d05a771" providerId="AD" clId="Web-{C9AE540F-13F6-B3BE-4F44-C79F92E8458D}" dt="2026-03-10T11:53:47.766" v="337"/>
          <ac:graphicFrameMkLst>
            <pc:docMk/>
            <pc:sldMk cId="800109690" sldId="1460"/>
            <ac:graphicFrameMk id="2" creationId="{253FEF87-6524-B3E0-3E2C-868F6AA0C330}"/>
          </ac:graphicFrameMkLst>
        </pc:graphicFrame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1:55:26.892" v="387" actId="1076"/>
          <ac:graphicFrameMkLst>
            <pc:docMk/>
            <pc:sldMk cId="800109690" sldId="1460"/>
            <ac:graphicFrameMk id="7" creationId="{1B321542-52C8-A378-1962-6E48DC5A8AA1}"/>
          </ac:graphicFrameMkLst>
        </pc:graphicFrameChg>
        <pc:picChg chg="del">
          <ac:chgData name="Bruno Andrés Cortes González" userId="S::bruno.cortes@slepsantarosa.gob.cl::148140d0-bcfe-4012-b18a-ad2c5d05a771" providerId="AD" clId="Web-{C9AE540F-13F6-B3BE-4F44-C79F92E8458D}" dt="2026-03-10T12:33:21.629" v="677"/>
          <ac:picMkLst>
            <pc:docMk/>
            <pc:sldMk cId="800109690" sldId="1460"/>
            <ac:picMk id="4" creationId="{D012A0B0-E78E-6C49-B2EF-EF70FF1739AD}"/>
          </ac:picMkLst>
        </pc:picChg>
        <pc:picChg chg="mod">
          <ac:chgData name="Bruno Andrés Cortes González" userId="S::bruno.cortes@slepsantarosa.gob.cl::148140d0-bcfe-4012-b18a-ad2c5d05a771" providerId="AD" clId="Web-{C9AE540F-13F6-B3BE-4F44-C79F92E8458D}" dt="2026-03-10T12:07:19.547" v="582" actId="1076"/>
          <ac:picMkLst>
            <pc:docMk/>
            <pc:sldMk cId="800109690" sldId="1460"/>
            <ac:picMk id="5" creationId="{BD411E09-6EFF-742C-8341-D2EC6278EB4E}"/>
          </ac:picMkLst>
        </pc:picChg>
      </pc:sldChg>
      <pc:sldChg chg="addSp modSp add replId">
        <pc:chgData name="Bruno Andrés Cortes González" userId="S::bruno.cortes@slepsantarosa.gob.cl::148140d0-bcfe-4012-b18a-ad2c5d05a771" providerId="AD" clId="Web-{C9AE540F-13F6-B3BE-4F44-C79F92E8458D}" dt="2026-03-10T12:33:48.318" v="686"/>
        <pc:sldMkLst>
          <pc:docMk/>
          <pc:sldMk cId="3391557231" sldId="1461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48.318" v="686"/>
          <ac:spMkLst>
            <pc:docMk/>
            <pc:sldMk cId="3391557231" sldId="1461"/>
            <ac:spMk id="4" creationId="{FB4AF4A3-CA2D-E9DA-C517-36F43F5E69B1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57:27.784" v="539" actId="20577"/>
          <ac:spMkLst>
            <pc:docMk/>
            <pc:sldMk cId="3391557231" sldId="1461"/>
            <ac:spMk id="11" creationId="{626F6D52-5DBD-0E37-2539-C780B40EF7E9}"/>
          </ac:spMkLst>
        </pc:spChg>
        <pc:graphicFrameChg chg="mod modGraphic">
          <ac:chgData name="Bruno Andrés Cortes González" userId="S::bruno.cortes@slepsantarosa.gob.cl::148140d0-bcfe-4012-b18a-ad2c5d05a771" providerId="AD" clId="Web-{C9AE540F-13F6-B3BE-4F44-C79F92E8458D}" dt="2026-03-10T11:57:23.784" v="538"/>
          <ac:graphicFrameMkLst>
            <pc:docMk/>
            <pc:sldMk cId="3391557231" sldId="1461"/>
            <ac:graphicFrameMk id="6" creationId="{F622C5D8-1013-3292-E307-AF02AB375EEB}"/>
          </ac:graphicFrameMkLst>
        </pc:graphicFrameChg>
      </pc:sldChg>
      <pc:sldChg chg="add del replId">
        <pc:chgData name="Bruno Andrés Cortes González" userId="S::bruno.cortes@slepsantarosa.gob.cl::148140d0-bcfe-4012-b18a-ad2c5d05a771" providerId="AD" clId="Web-{C9AE540F-13F6-B3BE-4F44-C79F92E8458D}" dt="2026-03-10T11:57:40.503" v="541"/>
        <pc:sldMkLst>
          <pc:docMk/>
          <pc:sldMk cId="610842302" sldId="1462"/>
        </pc:sldMkLst>
      </pc:sldChg>
      <pc:sldChg chg="addSp delSp modSp add ord replId">
        <pc:chgData name="Bruno Andrés Cortes González" userId="S::bruno.cortes@slepsantarosa.gob.cl::148140d0-bcfe-4012-b18a-ad2c5d05a771" providerId="AD" clId="Web-{C9AE540F-13F6-B3BE-4F44-C79F92E8458D}" dt="2026-03-10T12:33:49.740" v="687"/>
        <pc:sldMkLst>
          <pc:docMk/>
          <pc:sldMk cId="3754088490" sldId="1462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49.740" v="687"/>
          <ac:spMkLst>
            <pc:docMk/>
            <pc:sldMk cId="3754088490" sldId="1462"/>
            <ac:spMk id="8" creationId="{080C4A43-0562-3211-9DD5-EAEC0C861F77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1:58:07.003" v="561" actId="20577"/>
          <ac:spMkLst>
            <pc:docMk/>
            <pc:sldMk cId="3754088490" sldId="1462"/>
            <ac:spMk id="11" creationId="{C114F5EA-C86E-0F48-B0B3-BAF7C4C68F99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32:05.266" v="669" actId="14100"/>
          <ac:spMkLst>
            <pc:docMk/>
            <pc:sldMk cId="3754088490" sldId="1462"/>
            <ac:spMk id="18" creationId="{E3389B05-2E64-B8DC-806A-D5747310E4E1}"/>
          </ac:spMkLst>
        </pc:spChg>
        <pc:graphicFrameChg chg="add mod modGraphic">
          <ac:chgData name="Bruno Andrés Cortes González" userId="S::bruno.cortes@slepsantarosa.gob.cl::148140d0-bcfe-4012-b18a-ad2c5d05a771" providerId="AD" clId="Web-{C9AE540F-13F6-B3BE-4F44-C79F92E8458D}" dt="2026-03-10T12:05:40.013" v="569"/>
          <ac:graphicFrameMkLst>
            <pc:docMk/>
            <pc:sldMk cId="3754088490" sldId="1462"/>
            <ac:graphicFrameMk id="4" creationId="{A3292EE9-30E6-D71F-56D6-84CFB733B1D4}"/>
          </ac:graphicFrameMkLst>
        </pc:graphicFrameChg>
        <pc:graphicFrameChg chg="del">
          <ac:chgData name="Bruno Andrés Cortes González" userId="S::bruno.cortes@slepsantarosa.gob.cl::148140d0-bcfe-4012-b18a-ad2c5d05a771" providerId="AD" clId="Web-{C9AE540F-13F6-B3BE-4F44-C79F92E8458D}" dt="2026-03-10T11:58:12.941" v="562"/>
          <ac:graphicFrameMkLst>
            <pc:docMk/>
            <pc:sldMk cId="3754088490" sldId="1462"/>
            <ac:graphicFrameMk id="6" creationId="{C9D849D2-3769-DFBC-7614-681B297DF496}"/>
          </ac:graphicFrameMkLst>
        </pc:graphicFrameChg>
      </pc:sldChg>
      <pc:sldChg chg="addSp modSp add replId">
        <pc:chgData name="Bruno Andrés Cortes González" userId="S::bruno.cortes@slepsantarosa.gob.cl::148140d0-bcfe-4012-b18a-ad2c5d05a771" providerId="AD" clId="Web-{C9AE540F-13F6-B3BE-4F44-C79F92E8458D}" dt="2026-03-10T12:33:50.756" v="688"/>
        <pc:sldMkLst>
          <pc:docMk/>
          <pc:sldMk cId="3764935120" sldId="1463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50.756" v="688"/>
          <ac:spMkLst>
            <pc:docMk/>
            <pc:sldMk cId="3764935120" sldId="1463"/>
            <ac:spMk id="6" creationId="{25E390E5-7248-9F9F-CC3B-D4C42C6E2F7C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10:17.800" v="664" actId="20577"/>
          <ac:spMkLst>
            <pc:docMk/>
            <pc:sldMk cId="3764935120" sldId="1463"/>
            <ac:spMk id="11" creationId="{7CE9D60B-B836-F0B9-3C8B-F8D9BA32A4E8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06:50.031" v="578" actId="14100"/>
          <ac:spMkLst>
            <pc:docMk/>
            <pc:sldMk cId="3764935120" sldId="1463"/>
            <ac:spMk id="18" creationId="{B2511F0D-1A3C-124C-49DE-6B2E521B1A9A}"/>
          </ac:spMkLst>
        </pc:spChg>
        <pc:graphicFrameChg chg="mod modGraphic">
          <ac:chgData name="Bruno Andrés Cortes González" userId="S::bruno.cortes@slepsantarosa.gob.cl::148140d0-bcfe-4012-b18a-ad2c5d05a771" providerId="AD" clId="Web-{C9AE540F-13F6-B3BE-4F44-C79F92E8458D}" dt="2026-03-10T12:10:14.019" v="661" actId="1076"/>
          <ac:graphicFrameMkLst>
            <pc:docMk/>
            <pc:sldMk cId="3764935120" sldId="1463"/>
            <ac:graphicFrameMk id="4" creationId="{485038DB-7A4B-2AC4-BAF0-6AF6DC01CA4C}"/>
          </ac:graphicFrameMkLst>
        </pc:graphicFrameChg>
        <pc:picChg chg="mod">
          <ac:chgData name="Bruno Andrés Cortes González" userId="S::bruno.cortes@slepsantarosa.gob.cl::148140d0-bcfe-4012-b18a-ad2c5d05a771" providerId="AD" clId="Web-{C9AE540F-13F6-B3BE-4F44-C79F92E8458D}" dt="2026-03-10T12:10:22.582" v="666" actId="1076"/>
          <ac:picMkLst>
            <pc:docMk/>
            <pc:sldMk cId="3764935120" sldId="1463"/>
            <ac:picMk id="5" creationId="{5F9C57A5-95EB-8B8C-ED52-CE8FE160E9D9}"/>
          </ac:picMkLst>
        </pc:picChg>
      </pc:sldChg>
      <pc:sldChg chg="addSp delSp modSp add replId">
        <pc:chgData name="Bruno Andrés Cortes González" userId="S::bruno.cortes@slepsantarosa.gob.cl::148140d0-bcfe-4012-b18a-ad2c5d05a771" providerId="AD" clId="Web-{C9AE540F-13F6-B3BE-4F44-C79F92E8458D}" dt="2026-03-10T12:33:56.553" v="690" actId="14100"/>
        <pc:sldMkLst>
          <pc:docMk/>
          <pc:sldMk cId="4167890248" sldId="1464"/>
        </pc:sldMkLst>
        <pc:spChg chg="add">
          <ac:chgData name="Bruno Andrés Cortes González" userId="S::bruno.cortes@slepsantarosa.gob.cl::148140d0-bcfe-4012-b18a-ad2c5d05a771" providerId="AD" clId="Web-{C9AE540F-13F6-B3BE-4F44-C79F92E8458D}" dt="2026-03-10T12:33:51.443" v="689"/>
          <ac:spMkLst>
            <pc:docMk/>
            <pc:sldMk cId="4167890248" sldId="1464"/>
            <ac:spMk id="8" creationId="{69B62295-890E-4AF2-A1F8-6E5D13D16D56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08:55.346" v="613"/>
          <ac:spMkLst>
            <pc:docMk/>
            <pc:sldMk cId="4167890248" sldId="1464"/>
            <ac:spMk id="11" creationId="{9865B5C4-6755-708A-291B-84C119D872C6}"/>
          </ac:spMkLst>
        </pc:spChg>
        <pc:spChg chg="mod">
          <ac:chgData name="Bruno Andrés Cortes González" userId="S::bruno.cortes@slepsantarosa.gob.cl::148140d0-bcfe-4012-b18a-ad2c5d05a771" providerId="AD" clId="Web-{C9AE540F-13F6-B3BE-4F44-C79F92E8458D}" dt="2026-03-10T12:33:56.553" v="690" actId="14100"/>
          <ac:spMkLst>
            <pc:docMk/>
            <pc:sldMk cId="4167890248" sldId="1464"/>
            <ac:spMk id="18" creationId="{AF3CBA1A-9B1B-D128-9E94-DD1A682C59FD}"/>
          </ac:spMkLst>
        </pc:spChg>
        <pc:graphicFrameChg chg="del mod modGraphic">
          <ac:chgData name="Bruno Andrés Cortes González" userId="S::bruno.cortes@slepsantarosa.gob.cl::148140d0-bcfe-4012-b18a-ad2c5d05a771" providerId="AD" clId="Web-{C9AE540F-13F6-B3BE-4F44-C79F92E8458D}" dt="2026-03-10T12:09:08.924" v="625"/>
          <ac:graphicFrameMkLst>
            <pc:docMk/>
            <pc:sldMk cId="4167890248" sldId="1464"/>
            <ac:graphicFrameMk id="4" creationId="{79DADCE5-DFC3-2198-D536-E80B308E0FA8}"/>
          </ac:graphicFrameMkLst>
        </pc:graphicFrameChg>
        <pc:graphicFrameChg chg="mod modGraphic">
          <ac:chgData name="Bruno Andrés Cortes González" userId="S::bruno.cortes@slepsantarosa.gob.cl::148140d0-bcfe-4012-b18a-ad2c5d05a771" providerId="AD" clId="Web-{C9AE540F-13F6-B3BE-4F44-C79F92E8458D}" dt="2026-03-10T12:09:49.362" v="660" actId="1076"/>
          <ac:graphicFrameMkLst>
            <pc:docMk/>
            <pc:sldMk cId="4167890248" sldId="1464"/>
            <ac:graphicFrameMk id="6" creationId="{79DADCE5-DFC3-2198-D536-E80B308E0FA8}"/>
          </ac:graphicFrameMkLst>
        </pc:graphicFrameChg>
      </pc:sldChg>
    </pc:docChg>
  </pc:docChgLst>
  <pc:docChgLst>
    <pc:chgData name="Bruno Andrés Cortes González" userId="S::bruno.cortes@slepsantarosa.gob.cl::148140d0-bcfe-4012-b18a-ad2c5d05a771" providerId="AD" clId="Web-{4F3545C5-09F1-5513-B822-70F5216E4EAF}"/>
    <pc:docChg chg="modSld">
      <pc:chgData name="Bruno Andrés Cortes González" userId="S::bruno.cortes@slepsantarosa.gob.cl::148140d0-bcfe-4012-b18a-ad2c5d05a771" providerId="AD" clId="Web-{4F3545C5-09F1-5513-B822-70F5216E4EAF}" dt="2026-03-09T20:36:13.489" v="51"/>
      <pc:docMkLst>
        <pc:docMk/>
      </pc:docMkLst>
      <pc:sldChg chg="modSp">
        <pc:chgData name="Bruno Andrés Cortes González" userId="S::bruno.cortes@slepsantarosa.gob.cl::148140d0-bcfe-4012-b18a-ad2c5d05a771" providerId="AD" clId="Web-{4F3545C5-09F1-5513-B822-70F5216E4EAF}" dt="2026-03-09T20:36:13.489" v="51"/>
        <pc:sldMkLst>
          <pc:docMk/>
          <pc:sldMk cId="32928144" sldId="1446"/>
        </pc:sldMkLst>
        <pc:graphicFrameChg chg="mod modGraphic">
          <ac:chgData name="Bruno Andrés Cortes González" userId="S::bruno.cortes@slepsantarosa.gob.cl::148140d0-bcfe-4012-b18a-ad2c5d05a771" providerId="AD" clId="Web-{4F3545C5-09F1-5513-B822-70F5216E4EAF}" dt="2026-03-09T20:36:13.489" v="51"/>
          <ac:graphicFrameMkLst>
            <pc:docMk/>
            <pc:sldMk cId="32928144" sldId="1446"/>
            <ac:graphicFrameMk id="17" creationId="{E4166BEF-9844-38AD-72B3-1242D726181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9AFDF-BFAC-4F8C-A906-84A14CC14FF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7B70E-85BF-40E8-BB34-5A839DB9E9A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52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267FB-D102-4F22-85D2-BFF6902D2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268C1A-C1D8-4CEB-B667-7F44F5075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6C222-066E-4936-A85A-F8B2F718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5CDB8-492B-4B17-BCA9-E8473797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1605D-7827-4C2D-83FD-2E714B1C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693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CFE96-09A2-4FCF-8076-6673832F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095D0-00E5-439A-AF9E-BAB52609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C81782-EBF0-43B2-AA9D-8964BD51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CD1887-3E12-479D-B1CF-2892BC3D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2D53A-FCF7-48C3-9323-A580B8FD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592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F691F-2ACE-4BD2-AE9F-D4D2CA27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E436D-8F4B-4450-BE09-BA8FB6578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B8A34-E175-4B83-91A3-726537D9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04DB66-67B7-4320-81E4-8A2C987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A206F2-3F0E-4DA3-8A2A-CAEC02AE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705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1CA1D-6B72-4C76-AE48-C217CC25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9B492C-22F3-4BC5-9F92-465895261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E4753B-B4DF-4643-BCE2-58E8C590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F0F848-DDBF-40BB-B983-5C07E386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F55C6B-F6BA-4F76-95BD-BD10E4A0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48B532-D1A7-46A3-BB1E-47468C38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894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CCF4B-41C3-4F19-8D5A-9EEF09B8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CBE252-2C52-4072-9432-525C6199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3AB201-C29F-46DD-8E1D-7D3CE95EF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67C4D0-A044-4717-93CA-0838A1E83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9651A1-CE1D-4D0B-84DF-505AA9D52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CF7DEA-E267-4FF6-97E9-8F48F15D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AC68EA-7577-4F31-B4AB-FB8D70B7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C6DEEF-6DB2-40A3-9389-6B491DE7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870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0EB6F-9DFA-4E41-ADFE-7FC00922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6AC468-3C97-422E-8AEA-692D13E8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31F1A5-0039-4F3C-9740-C2541157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7DBF08-1BBD-4D2B-A2C2-1F3E6EEF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24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F6E43-CF84-462F-9EE5-1FCA2CF7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A98C0B-C483-4AFE-AAFE-53B419D8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72A4AC-8EB4-4A59-891E-2D2499C7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34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48BE5-DCFD-42E6-B7FF-572B9A45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E3ED7-CA3E-45A0-B30F-462EA6A1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594F1F-CF4E-4DC1-902C-B8A02DBFB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B2F1EB-804D-42E2-A43A-E70F5361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4E16D8-557E-43ED-8725-2E8B6729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28B26A-1C6C-41A4-81E6-06D1F540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494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94E1E-61FF-4548-AEF8-DB734394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081EAA-F38B-4F90-B397-2CA78B1AE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CFE5B1-CDAB-44DC-8B9E-1A0443D53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1D439C-7788-46AB-9D10-23C56C84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AA711A-DAC2-4679-B7BA-D2B22F14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153490-3E3D-456A-BE7F-CC70816E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603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7DFFC-D08C-4261-ABFA-FA63F977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319B7C-3D3D-41EA-9CEF-9BE60EDDF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B581A-96E3-4579-96BF-7B3EB617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877AC-FDD4-45A5-8DED-6127689A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9D1116-6C54-41C2-AEA3-90250974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76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9EA552-3F9A-4E9E-BB55-B8E251485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C70630-FDE1-4A9F-891D-B0454B581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FF68A-16F5-4EE3-840E-5AAD72BE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F233E-E3D4-468C-85B7-39FDE82D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CFCB3-B87B-4503-AA1C-A0CC516F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29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380998-7FB7-4917-AB40-FBF5AFC9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D1F3F4-A6AB-4CC6-8395-FC4D0BFC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8DA2FC-9348-4CC0-96D3-E22F7383F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44354-4FFF-4D5B-A24F-94210A29E0E9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D3ADC-210E-4A90-A515-F046910E3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33FD42-E1E7-4E1C-AD5E-B95A46431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A03C5-1666-4F2C-9A5E-DE8B06B964A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39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1DEB30-C040-77BC-C6E2-E16CF376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353" y="1835246"/>
            <a:ext cx="5410460" cy="541046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FC4B1609-9175-D642-B51E-CC52A564B8EC}"/>
              </a:ext>
            </a:extLst>
          </p:cNvPr>
          <p:cNvSpPr/>
          <p:nvPr/>
        </p:nvSpPr>
        <p:spPr>
          <a:xfrm>
            <a:off x="8800596" y="538413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4726DB-43FC-E9D1-D81E-58FD9712DD37}"/>
              </a:ext>
            </a:extLst>
          </p:cNvPr>
          <p:cNvSpPr txBox="1"/>
          <p:nvPr/>
        </p:nvSpPr>
        <p:spPr>
          <a:xfrm>
            <a:off x="951683" y="2419913"/>
            <a:ext cx="71576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200" b="1">
                <a:solidFill>
                  <a:schemeClr val="bg1"/>
                </a:solidFill>
                <a:effectLst/>
                <a:latin typeface="Museo Sans 500" panose="02000000000000000000" pitchFamily="2" charset="77"/>
                <a:ea typeface="Verdana" panose="020B0604030504040204" pitchFamily="34" charset="0"/>
                <a:cs typeface="Verdana" panose="020B0604030504040204" pitchFamily="34" charset="0"/>
              </a:rPr>
              <a:t>Cuenta Pública 2025</a:t>
            </a:r>
          </a:p>
          <a:p>
            <a:r>
              <a:rPr lang="es-CL" sz="4200" b="1" i="1">
                <a:solidFill>
                  <a:schemeClr val="bg1"/>
                </a:solidFill>
                <a:latin typeface="Museo Sans 500" panose="02000000000000000000" pitchFamily="2" charset="77"/>
                <a:ea typeface="Verdana" panose="020B0604030504040204" pitchFamily="34" charset="0"/>
              </a:rPr>
              <a:t>Nombre establecimiento</a:t>
            </a:r>
            <a:endParaRPr lang="es-CL" sz="4200" b="1" i="1">
              <a:solidFill>
                <a:schemeClr val="bg1"/>
              </a:solidFill>
              <a:latin typeface="Museo Sans 500" panose="02000000000000000000" pitchFamily="2" charset="77"/>
              <a:ea typeface="Verdana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D7F8B2E-B4FC-1300-F8BC-2BF81EF54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3" y="2566182"/>
            <a:ext cx="449015" cy="4386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C2848A2-F5D3-BADE-87A1-5DBB90795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00" y="404248"/>
            <a:ext cx="3243545" cy="14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0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2E8CE48-08DE-9DE0-91E5-6FFF965FD840}"/>
              </a:ext>
            </a:extLst>
          </p:cNvPr>
          <p:cNvSpPr txBox="1"/>
          <p:nvPr/>
        </p:nvSpPr>
        <p:spPr>
          <a:xfrm>
            <a:off x="909838" y="905116"/>
            <a:ext cx="5464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>
                <a:solidFill>
                  <a:srgbClr val="0B4682"/>
                </a:solidFill>
                <a:latin typeface="Museo Sans 500" panose="02000000000000000000" pitchFamily="2" charset="77"/>
                <a:ea typeface="Verdana" charset="0"/>
                <a:cs typeface="Verdana" charset="0"/>
              </a:rPr>
              <a:t>Tabla de contenido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31EB35-6756-8AA2-3D51-7A013899B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06" y="958124"/>
            <a:ext cx="335531" cy="32779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FAE47F1-CB49-5DDE-AFAB-E110A518D6E8}"/>
              </a:ext>
            </a:extLst>
          </p:cNvPr>
          <p:cNvSpPr txBox="1"/>
          <p:nvPr/>
        </p:nvSpPr>
        <p:spPr>
          <a:xfrm>
            <a:off x="746330" y="1595191"/>
            <a:ext cx="9718136" cy="4204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Información General</a:t>
            </a:r>
            <a:endParaRPr lang="es-E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Características del Establecimiento</a:t>
            </a:r>
            <a:endParaRPr lang="es-ES" dirty="0">
              <a:solidFill>
                <a:srgbClr val="000000"/>
              </a:solidFill>
              <a:latin typeface="Museo Sans 500"/>
              <a:ea typeface="Verdan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Estado Financiero 2025</a:t>
            </a:r>
            <a:endParaRPr lang="es-ES" dirty="0">
              <a:solidFill>
                <a:srgbClr val="000000"/>
              </a:solidFill>
              <a:latin typeface="Museo Sans 500"/>
              <a:ea typeface="Verdan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Indicadores de eficiencia interna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Logro de implementación del Plan de Mejoramiento Educativo para Educación </a:t>
            </a:r>
            <a:r>
              <a:rPr lang="es-ES" dirty="0" err="1">
                <a:solidFill>
                  <a:srgbClr val="084683"/>
                </a:solidFill>
                <a:latin typeface="Museo Sans 500"/>
                <a:ea typeface="Verdana"/>
              </a:rPr>
              <a:t>Parvularia</a:t>
            </a:r>
            <a:endParaRPr lang="es-ES" dirty="0">
              <a:solidFill>
                <a:srgbClr val="084683"/>
              </a:solidFill>
              <a:latin typeface="Museo Sans 500"/>
              <a:ea typeface="Verdan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Cobertura curricular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Iniciativas pedagógicas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Otros logros y/o actividades del establecimiento en 2025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" dirty="0">
                <a:solidFill>
                  <a:srgbClr val="084683"/>
                </a:solidFill>
                <a:latin typeface="Museo Sans 500"/>
                <a:ea typeface="Verdana"/>
              </a:rPr>
              <a:t>Desafíos y proyección de funcionamiento 2026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A9BB6B-64A0-2DA0-2129-F41358BB0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446" y="1912552"/>
            <a:ext cx="5034348" cy="503434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493B1EF-5502-8292-E755-B924EC91633E}"/>
              </a:ext>
            </a:extLst>
          </p:cNvPr>
          <p:cNvSpPr/>
          <p:nvPr/>
        </p:nvSpPr>
        <p:spPr>
          <a:xfrm>
            <a:off x="8800596" y="538413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11851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E1E0-84A3-D764-5438-B75AEC7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F37847E3-FC6D-D1C0-4C84-3702433C8C9F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C188AD-A057-EE05-F17C-58F5C67A5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B66568-374B-9F84-88AA-4955D490F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701BE99-E36E-4310-EE28-16A5720B8E04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1. Información General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4ABF4-70AC-D537-D7EC-A41337C14210}"/>
              </a:ext>
            </a:extLst>
          </p:cNvPr>
          <p:cNvSpPr/>
          <p:nvPr/>
        </p:nvSpPr>
        <p:spPr>
          <a:xfrm>
            <a:off x="7289321" y="5171"/>
            <a:ext cx="4901633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6CFAFF9-684E-11C1-4B5A-D70BD572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888439"/>
              </p:ext>
            </p:extLst>
          </p:nvPr>
        </p:nvGraphicFramePr>
        <p:xfrm>
          <a:off x="476250" y="2175667"/>
          <a:ext cx="6711712" cy="34431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1982">
                  <a:extLst>
                    <a:ext uri="{9D8B030D-6E8A-4147-A177-3AD203B41FA5}">
                      <a16:colId xmlns:a16="http://schemas.microsoft.com/office/drawing/2014/main" val="3457728491"/>
                    </a:ext>
                  </a:extLst>
                </a:gridCol>
                <a:gridCol w="4429730">
                  <a:extLst>
                    <a:ext uri="{9D8B030D-6E8A-4147-A177-3AD203B41FA5}">
                      <a16:colId xmlns:a16="http://schemas.microsoft.com/office/drawing/2014/main" val="508599124"/>
                    </a:ext>
                  </a:extLst>
                </a:gridCol>
              </a:tblGrid>
              <a:tr h="98374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Nombre de la Sala Cuna y/o jardín Infantil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8594"/>
                  </a:ext>
                </a:extLst>
              </a:tr>
              <a:tr h="614841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Código JUNJI/RBD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417179"/>
                  </a:ext>
                </a:extLst>
              </a:tr>
              <a:tr h="614841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Dirección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158663"/>
                  </a:ext>
                </a:extLst>
              </a:tr>
              <a:tr h="614841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Contacto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792896"/>
                  </a:ext>
                </a:extLst>
              </a:tr>
              <a:tr h="614841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Nombre Directora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ES" sz="1100" dirty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570391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378A9B6F-3EDE-E806-D28B-FF13AA2C7F7D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3292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/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50796B-204C-AD1B-DA21-2DD19FF18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E915B8E-FBAC-1859-71F4-BCDB2C223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23854D4-BF35-B548-ADA0-59AEF22ED202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2. Características del Establecimiento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9243145-3CBC-058C-6422-F7D46C4F17C5}"/>
              </a:ext>
            </a:extLst>
          </p:cNvPr>
          <p:cNvSpPr/>
          <p:nvPr/>
        </p:nvSpPr>
        <p:spPr>
          <a:xfrm>
            <a:off x="7289321" y="5171"/>
            <a:ext cx="4901633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3829176-084C-A448-CD17-4F2EA935E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086348"/>
              </p:ext>
            </p:extLst>
          </p:nvPr>
        </p:nvGraphicFramePr>
        <p:xfrm>
          <a:off x="642937" y="2160333"/>
          <a:ext cx="5705475" cy="1507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3808776699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654572345"/>
                    </a:ext>
                  </a:extLst>
                </a:gridCol>
              </a:tblGrid>
              <a:tr h="502632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Visión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78830"/>
                  </a:ext>
                </a:extLst>
              </a:tr>
              <a:tr h="502632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Misión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129359"/>
                  </a:ext>
                </a:extLst>
              </a:tr>
              <a:tr h="502632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Sellos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946789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39A7F4CF-8C2B-5212-50FA-02E4E2782897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155980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01CD2-8BE2-7B7C-E851-F6A3DF2B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08ED0F7A-5C67-B300-5E5D-1383CDA5BD19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D68C58-CC5C-1E57-838E-DF67BD782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392F90-EFEF-2B11-5346-70305BC12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F346A72-1FF5-8C16-2553-5139834278AC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3. Estado financiero 2025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9AB1B3-DF21-3743-2859-E0B0A18E90A7}"/>
              </a:ext>
            </a:extLst>
          </p:cNvPr>
          <p:cNvSpPr/>
          <p:nvPr/>
        </p:nvSpPr>
        <p:spPr>
          <a:xfrm>
            <a:off x="7289321" y="5171"/>
            <a:ext cx="4901633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F743AE2-69D1-746F-C9FF-C005680A6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451436"/>
              </p:ext>
            </p:extLst>
          </p:nvPr>
        </p:nvGraphicFramePr>
        <p:xfrm>
          <a:off x="841932" y="2199252"/>
          <a:ext cx="6314816" cy="2134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125">
                  <a:extLst>
                    <a:ext uri="{9D8B030D-6E8A-4147-A177-3AD203B41FA5}">
                      <a16:colId xmlns:a16="http://schemas.microsoft.com/office/drawing/2014/main" val="3504453923"/>
                    </a:ext>
                  </a:extLst>
                </a:gridCol>
                <a:gridCol w="1772421">
                  <a:extLst>
                    <a:ext uri="{9D8B030D-6E8A-4147-A177-3AD203B41FA5}">
                      <a16:colId xmlns:a16="http://schemas.microsoft.com/office/drawing/2014/main" val="2110285579"/>
                    </a:ext>
                  </a:extLst>
                </a:gridCol>
                <a:gridCol w="2780270">
                  <a:extLst>
                    <a:ext uri="{9D8B030D-6E8A-4147-A177-3AD203B41FA5}">
                      <a16:colId xmlns:a16="http://schemas.microsoft.com/office/drawing/2014/main" val="419763341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Ingresos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JUNJI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9383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Total Ingresos </a:t>
                      </a: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546839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Gastos </a:t>
                      </a: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Subtitulo 21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89003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Subtitulo 22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6400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Subtitulo 29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39139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Total Gastos </a:t>
                      </a:r>
                      <a:endParaRPr lang="es-ES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0070C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461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68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2F8F-365B-27BF-7B1C-66DFFBD5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69A79106-AB9E-5653-085F-B61BF8F0B1BC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8DC508-62B6-CEDC-EE02-86C87C7E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25" y="1002660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0E3C0C2-25D7-EF0B-EAD4-8C7C17513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B7C07D9-E803-C381-BDF7-14169EB29A70}"/>
              </a:ext>
            </a:extLst>
          </p:cNvPr>
          <p:cNvSpPr/>
          <p:nvPr/>
        </p:nvSpPr>
        <p:spPr>
          <a:xfrm>
            <a:off x="676879" y="1148983"/>
            <a:ext cx="5607750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4. Indicadores de eficiencia interna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F3A8264-2550-C298-8065-3C16AEE63391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39934C4-70EB-7E35-BD43-8C30C5BDC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622803"/>
              </p:ext>
            </p:extLst>
          </p:nvPr>
        </p:nvGraphicFramePr>
        <p:xfrm>
          <a:off x="496625" y="2018319"/>
          <a:ext cx="7597452" cy="2936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081">
                  <a:extLst>
                    <a:ext uri="{9D8B030D-6E8A-4147-A177-3AD203B41FA5}">
                      <a16:colId xmlns:a16="http://schemas.microsoft.com/office/drawing/2014/main" val="3052825146"/>
                    </a:ext>
                  </a:extLst>
                </a:gridCol>
                <a:gridCol w="880423">
                  <a:extLst>
                    <a:ext uri="{9D8B030D-6E8A-4147-A177-3AD203B41FA5}">
                      <a16:colId xmlns:a16="http://schemas.microsoft.com/office/drawing/2014/main" val="3182225586"/>
                    </a:ext>
                  </a:extLst>
                </a:gridCol>
                <a:gridCol w="946460">
                  <a:extLst>
                    <a:ext uri="{9D8B030D-6E8A-4147-A177-3AD203B41FA5}">
                      <a16:colId xmlns:a16="http://schemas.microsoft.com/office/drawing/2014/main" val="1330097333"/>
                    </a:ext>
                  </a:extLst>
                </a:gridCol>
                <a:gridCol w="643480">
                  <a:extLst>
                    <a:ext uri="{9D8B030D-6E8A-4147-A177-3AD203B41FA5}">
                      <a16:colId xmlns:a16="http://schemas.microsoft.com/office/drawing/2014/main" val="869206369"/>
                    </a:ext>
                  </a:extLst>
                </a:gridCol>
                <a:gridCol w="1099453">
                  <a:extLst>
                    <a:ext uri="{9D8B030D-6E8A-4147-A177-3AD203B41FA5}">
                      <a16:colId xmlns:a16="http://schemas.microsoft.com/office/drawing/2014/main" val="3179659942"/>
                    </a:ext>
                  </a:extLst>
                </a:gridCol>
                <a:gridCol w="957339">
                  <a:extLst>
                    <a:ext uri="{9D8B030D-6E8A-4147-A177-3AD203B41FA5}">
                      <a16:colId xmlns:a16="http://schemas.microsoft.com/office/drawing/2014/main" val="3392795475"/>
                    </a:ext>
                  </a:extLst>
                </a:gridCol>
                <a:gridCol w="1506216">
                  <a:extLst>
                    <a:ext uri="{9D8B030D-6E8A-4147-A177-3AD203B41FA5}">
                      <a16:colId xmlns:a16="http://schemas.microsoft.com/office/drawing/2014/main" val="870836631"/>
                    </a:ext>
                  </a:extLst>
                </a:gridCol>
              </a:tblGrid>
              <a:tr h="32436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b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</a:b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Estudiantes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Número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Total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Porcentaje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Observaciones Adicionales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75137"/>
                  </a:ext>
                </a:extLst>
              </a:tr>
              <a:tr h="365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47158"/>
                  </a:ext>
                </a:extLst>
              </a:tr>
              <a:tr h="2581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Matriculados 2025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732642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Retirados</a:t>
                      </a: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494975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Trasladados</a:t>
                      </a: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01594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Egresados Medio Mayor 2025</a:t>
                      </a:r>
                      <a:endParaRPr lang="es-ES"/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endParaRPr lang="es-CL" sz="1400" b="0" kern="1200" dirty="0">
                        <a:solidFill>
                          <a:schemeClr val="tx1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16007"/>
                  </a:ext>
                </a:extLst>
              </a:tr>
            </a:tbl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464AD798-3E8F-0C58-8E89-332262888674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325847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2B39-5320-83AA-6A29-82BE8353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3E5287FA-C2F9-4987-13A6-C90592C73817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421058-310D-6D6E-5CDC-85C7899A1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25" y="1002660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D411E09-6EFF-742C-8341-D2EC6278E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899B2C0-4801-2BD8-5EE9-FE7BA09218AA}"/>
              </a:ext>
            </a:extLst>
          </p:cNvPr>
          <p:cNvSpPr/>
          <p:nvPr/>
        </p:nvSpPr>
        <p:spPr>
          <a:xfrm>
            <a:off x="676880" y="1148983"/>
            <a:ext cx="5607750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4. Indicadores de eficiencia interna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394CAA8-E0D0-1E4B-ADEB-A5D103DA6E3F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B321542-52C8-A378-1962-6E48DC5A8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42666"/>
              </p:ext>
            </p:extLst>
          </p:nvPr>
        </p:nvGraphicFramePr>
        <p:xfrm>
          <a:off x="497874" y="2067052"/>
          <a:ext cx="7507137" cy="31899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5899">
                  <a:extLst>
                    <a:ext uri="{9D8B030D-6E8A-4147-A177-3AD203B41FA5}">
                      <a16:colId xmlns:a16="http://schemas.microsoft.com/office/drawing/2014/main" val="3244997647"/>
                    </a:ext>
                  </a:extLst>
                </a:gridCol>
                <a:gridCol w="2153893">
                  <a:extLst>
                    <a:ext uri="{9D8B030D-6E8A-4147-A177-3AD203B41FA5}">
                      <a16:colId xmlns:a16="http://schemas.microsoft.com/office/drawing/2014/main" val="2254286430"/>
                    </a:ext>
                  </a:extLst>
                </a:gridCol>
                <a:gridCol w="2607345">
                  <a:extLst>
                    <a:ext uri="{9D8B030D-6E8A-4147-A177-3AD203B41FA5}">
                      <a16:colId xmlns:a16="http://schemas.microsoft.com/office/drawing/2014/main" val="2684954129"/>
                    </a:ext>
                  </a:extLst>
                </a:gridCol>
              </a:tblGrid>
              <a:tr h="368686">
                <a:tc gridSpan="3"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Asistencia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968703"/>
                  </a:ext>
                </a:extLst>
              </a:tr>
              <a:tr h="60913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Cursos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Promedio por nivel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General EE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704421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97453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77285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heterogénea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910888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427861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23969"/>
                  </a:ext>
                </a:extLst>
              </a:tr>
              <a:tr h="368686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Mixto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19078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6D39398D-C351-C096-4645-7813C4251D3F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80010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564B-D4A9-BA2B-DA71-151146CC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A70C06B4-A008-9080-3FF3-CE32B226A14D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2B802E-59D0-23F4-0828-7D04B0785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B5A062-1BD9-323A-AA40-3621D9DD3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96ACC0D-7D75-8D8A-B4C0-7FDBF8316752}"/>
              </a:ext>
            </a:extLst>
          </p:cNvPr>
          <p:cNvSpPr/>
          <p:nvPr/>
        </p:nvSpPr>
        <p:spPr>
          <a:xfrm>
            <a:off x="749638" y="1192576"/>
            <a:ext cx="6709560" cy="4411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 dirty="0">
                <a:solidFill>
                  <a:srgbClr val="084683"/>
                </a:solidFill>
                <a:latin typeface="Museo Sans 500"/>
              </a:rPr>
              <a:t>5. Cumplimiento de acciones del PME 2025</a:t>
            </a:r>
            <a:endParaRPr lang="es-ES_tradnl" sz="2200" b="1" dirty="0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A2F9B2A-3BCB-58B2-452B-B32EE187F761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DB1005-B68E-E279-113D-CF25E4EF62AC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23023E2-6110-02A4-8AC1-5CC5A076F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82898"/>
              </p:ext>
            </p:extLst>
          </p:nvPr>
        </p:nvGraphicFramePr>
        <p:xfrm>
          <a:off x="713232" y="2175208"/>
          <a:ext cx="7400290" cy="23144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5659">
                  <a:extLst>
                    <a:ext uri="{9D8B030D-6E8A-4147-A177-3AD203B41FA5}">
                      <a16:colId xmlns:a16="http://schemas.microsoft.com/office/drawing/2014/main" val="3866312863"/>
                    </a:ext>
                  </a:extLst>
                </a:gridCol>
                <a:gridCol w="4854631">
                  <a:extLst>
                    <a:ext uri="{9D8B030D-6E8A-4147-A177-3AD203B41FA5}">
                      <a16:colId xmlns:a16="http://schemas.microsoft.com/office/drawing/2014/main" val="3968822860"/>
                    </a:ext>
                  </a:extLst>
                </a:gridCol>
              </a:tblGrid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Dimensión</a:t>
                      </a: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Nivel de logros (%)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5708"/>
                  </a:ext>
                </a:extLst>
              </a:tr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Liderazgo</a:t>
                      </a:r>
                      <a:endParaRPr lang="es-CL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838475"/>
                  </a:ext>
                </a:extLst>
              </a:tr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Familia y Comunidad</a:t>
                      </a:r>
                      <a:endParaRPr lang="es-CL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261724"/>
                  </a:ext>
                </a:extLst>
              </a:tr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Gestión Pedagógica</a:t>
                      </a:r>
                      <a:endParaRPr lang="es-CL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786466"/>
                  </a:ext>
                </a:extLst>
              </a:tr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Bienestar Integral</a:t>
                      </a:r>
                      <a:endParaRPr lang="es-CL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417575"/>
                  </a:ext>
                </a:extLst>
              </a:tr>
              <a:tr h="3857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Gestión de Recursos</a:t>
                      </a:r>
                      <a:endParaRPr lang="es-CL" sz="14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6675" marR="6667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47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8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FAB6E-31C2-96C0-65F2-4E6A12FB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C905FA06-297A-5B74-E7CF-EF8889BA2D96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4F965F-A46A-81D6-2AC3-53DF4B9AA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28E2D2-CB0A-1A13-6AC3-24C8A6F69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F1527D-36FB-8B7A-8F18-5343667F1DF7}"/>
              </a:ext>
            </a:extLst>
          </p:cNvPr>
          <p:cNvSpPr/>
          <p:nvPr/>
        </p:nvSpPr>
        <p:spPr>
          <a:xfrm>
            <a:off x="749637" y="1192576"/>
            <a:ext cx="7666229" cy="10464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 dirty="0">
                <a:solidFill>
                  <a:srgbClr val="084683"/>
                </a:solidFill>
                <a:latin typeface="Museo Sans 500"/>
              </a:rPr>
              <a:t>6. Cobertura curricular</a:t>
            </a:r>
          </a:p>
          <a:p>
            <a:r>
              <a:rPr lang="es-CL" dirty="0"/>
              <a:t>Principales logros del nivel educativo (descripción cualitativa y/o cuantitativa)</a:t>
            </a:r>
          </a:p>
          <a:p>
            <a:endParaRPr lang="es-ES_tradnl" sz="2200" b="1" dirty="0">
              <a:solidFill>
                <a:srgbClr val="084683"/>
              </a:solidFill>
              <a:highlight>
                <a:srgbClr val="FFFF00"/>
              </a:highlight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3BAD86-31C6-1B5E-96EF-85EFC7347A6A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4C9B5F-BBA9-04D6-EC7C-13E8460BE631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F06BF27-AEED-CCD2-44A3-8F662EB3C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405574"/>
              </p:ext>
            </p:extLst>
          </p:nvPr>
        </p:nvGraphicFramePr>
        <p:xfrm>
          <a:off x="840941" y="2029162"/>
          <a:ext cx="7134788" cy="4307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610">
                  <a:extLst>
                    <a:ext uri="{9D8B030D-6E8A-4147-A177-3AD203B41FA5}">
                      <a16:colId xmlns:a16="http://schemas.microsoft.com/office/drawing/2014/main" val="1310800226"/>
                    </a:ext>
                  </a:extLst>
                </a:gridCol>
                <a:gridCol w="1371610">
                  <a:extLst>
                    <a:ext uri="{9D8B030D-6E8A-4147-A177-3AD203B41FA5}">
                      <a16:colId xmlns:a16="http://schemas.microsoft.com/office/drawing/2014/main" val="658308694"/>
                    </a:ext>
                  </a:extLst>
                </a:gridCol>
                <a:gridCol w="2195784">
                  <a:extLst>
                    <a:ext uri="{9D8B030D-6E8A-4147-A177-3AD203B41FA5}">
                      <a16:colId xmlns:a16="http://schemas.microsoft.com/office/drawing/2014/main" val="2970535697"/>
                    </a:ext>
                  </a:extLst>
                </a:gridCol>
                <a:gridCol w="2195784">
                  <a:extLst>
                    <a:ext uri="{9D8B030D-6E8A-4147-A177-3AD203B41FA5}">
                      <a16:colId xmlns:a16="http://schemas.microsoft.com/office/drawing/2014/main" val="1503134521"/>
                    </a:ext>
                  </a:extLst>
                </a:gridCol>
              </a:tblGrid>
              <a:tr h="20400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Ámbito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Núcleo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Nivel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Descripción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944158"/>
                  </a:ext>
                </a:extLst>
              </a:tr>
              <a:tr h="204003">
                <a:tc rowSpan="12">
                  <a:txBody>
                    <a:bodyPr/>
                    <a:lstStyle/>
                    <a:p>
                      <a:pPr marL="71755" marR="71755" algn="ctr"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Desarrollo Personal y Social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Identidad y autonomía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789182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83232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731932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37498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Convivencia y Ciudadanía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063222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56493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269420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223724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Corporalidad y Movimiento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837010"/>
                  </a:ext>
                </a:extLst>
              </a:tr>
              <a:tr h="246792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67430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11519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49071"/>
                  </a:ext>
                </a:extLst>
              </a:tr>
              <a:tr h="204003">
                <a:tc rowSpan="8">
                  <a:txBody>
                    <a:bodyPr/>
                    <a:lstStyle/>
                    <a:p>
                      <a:pPr marL="71755" marR="71755" algn="ctr"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Comunicación Integral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Lenguaje Verbal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12183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02747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239099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439076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Lenguajes Artísticos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88554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782199"/>
                  </a:ext>
                </a:extLst>
              </a:tr>
              <a:tr h="20400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917837"/>
                  </a:ext>
                </a:extLst>
              </a:tr>
              <a:tr h="18478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01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26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F2BA-F82A-D745-3832-223D4093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A279AE7A-D179-8E1E-1F09-589F4EEBAB99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CB8C64-A82D-2883-B94D-C144DEB90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0A84DF-4C4B-CD26-5319-96BD12A0A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26F6D52-5DBD-0E37-2539-C780B40EF7E9}"/>
              </a:ext>
            </a:extLst>
          </p:cNvPr>
          <p:cNvSpPr/>
          <p:nvPr/>
        </p:nvSpPr>
        <p:spPr>
          <a:xfrm>
            <a:off x="749637" y="1192576"/>
            <a:ext cx="7666229" cy="10464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 dirty="0">
                <a:solidFill>
                  <a:srgbClr val="084683"/>
                </a:solidFill>
                <a:latin typeface="Museo Sans 500"/>
              </a:rPr>
              <a:t>6. Cobertura curricular</a:t>
            </a:r>
          </a:p>
          <a:p>
            <a:r>
              <a:rPr lang="es-CL" dirty="0"/>
              <a:t>Principales logros del nivel educativo (descripción cualitativa y/o cuantitativa)</a:t>
            </a:r>
          </a:p>
          <a:p>
            <a:endParaRPr lang="es-ES_tradnl" sz="2200" b="1" dirty="0">
              <a:solidFill>
                <a:srgbClr val="084683"/>
              </a:solidFill>
              <a:highlight>
                <a:srgbClr val="FFFF00"/>
              </a:highlight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EA89B21-E109-2A7C-595D-9260028BF7B7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4AF4A3-CA2D-E9DA-C517-36F43F5E69B1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71B4F1E-2B11-4345-3C00-A5F438CF5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160142"/>
              </p:ext>
            </p:extLst>
          </p:nvPr>
        </p:nvGraphicFramePr>
        <p:xfrm>
          <a:off x="829634" y="2011680"/>
          <a:ext cx="7143932" cy="39728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3368">
                  <a:extLst>
                    <a:ext uri="{9D8B030D-6E8A-4147-A177-3AD203B41FA5}">
                      <a16:colId xmlns:a16="http://schemas.microsoft.com/office/drawing/2014/main" val="1310800226"/>
                    </a:ext>
                  </a:extLst>
                </a:gridCol>
                <a:gridCol w="1373368">
                  <a:extLst>
                    <a:ext uri="{9D8B030D-6E8A-4147-A177-3AD203B41FA5}">
                      <a16:colId xmlns:a16="http://schemas.microsoft.com/office/drawing/2014/main" val="658308694"/>
                    </a:ext>
                  </a:extLst>
                </a:gridCol>
                <a:gridCol w="2198598">
                  <a:extLst>
                    <a:ext uri="{9D8B030D-6E8A-4147-A177-3AD203B41FA5}">
                      <a16:colId xmlns:a16="http://schemas.microsoft.com/office/drawing/2014/main" val="2970535697"/>
                    </a:ext>
                  </a:extLst>
                </a:gridCol>
                <a:gridCol w="2198598">
                  <a:extLst>
                    <a:ext uri="{9D8B030D-6E8A-4147-A177-3AD203B41FA5}">
                      <a16:colId xmlns:a16="http://schemas.microsoft.com/office/drawing/2014/main" val="1503134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Ámbito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Núcleo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Nivel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Descripción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944158"/>
                  </a:ext>
                </a:extLst>
              </a:tr>
              <a:tr h="300413">
                <a:tc rowSpan="12">
                  <a:txBody>
                    <a:bodyPr/>
                    <a:lstStyle/>
                    <a:p>
                      <a:pPr marL="71755" marR="71755" algn="ctr"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Interacción y Comprensión del Entorno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Exploración del Entorno Natural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81396"/>
                  </a:ext>
                </a:extLst>
              </a:tr>
              <a:tr h="33341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565528"/>
                  </a:ext>
                </a:extLst>
              </a:tr>
              <a:tr h="32431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989390"/>
                  </a:ext>
                </a:extLst>
              </a:tr>
              <a:tr h="35162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894388"/>
                  </a:ext>
                </a:extLst>
              </a:tr>
              <a:tr h="315207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Comprensión del Entorno Sociocultural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11362"/>
                  </a:ext>
                </a:extLst>
              </a:tr>
              <a:tr h="37779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583181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95538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92647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Pensamiento Matemático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225120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Sala cuna mayor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56640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Menor</a:t>
                      </a:r>
                      <a:endParaRPr lang="es-CL" sz="1100" b="0" kern="120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09632"/>
                  </a:ext>
                </a:extLst>
              </a:tr>
              <a:tr h="3004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0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Medio Mayor</a:t>
                      </a:r>
                      <a:endParaRPr lang="es-CL" sz="1100" b="0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100" b="1" kern="1200" dirty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endParaRPr lang="es-CL" sz="1100" b="1" kern="1200" dirty="0">
                        <a:solidFill>
                          <a:srgbClr val="084683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52543" marR="5254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77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55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6691-AEBB-8696-8BDE-64C1FE89E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20236037-3ECD-3AEB-9E6E-024114C47913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0BB8AA-8DE1-A2CF-1C8B-0B15D85D9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69D8C2-A73F-D34D-1314-BDD354BDD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114F5EA-C86E-0F48-B0B3-BAF7C4C68F99}"/>
              </a:ext>
            </a:extLst>
          </p:cNvPr>
          <p:cNvSpPr/>
          <p:nvPr/>
        </p:nvSpPr>
        <p:spPr>
          <a:xfrm>
            <a:off x="749638" y="1192576"/>
            <a:ext cx="6709560" cy="4411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 dirty="0">
                <a:solidFill>
                  <a:srgbClr val="084683"/>
                </a:solidFill>
                <a:latin typeface="Museo Sans 500"/>
              </a:rPr>
              <a:t>7. </a:t>
            </a:r>
            <a:r>
              <a:rPr lang="es-CL" sz="2200" b="1">
                <a:solidFill>
                  <a:srgbClr val="084683"/>
                </a:solidFill>
                <a:latin typeface="Museo Sans 500"/>
              </a:rPr>
              <a:t>Iniciativas pedagógicas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3389B05-2E64-B8DC-806A-D5747310E4E1}"/>
              </a:ext>
            </a:extLst>
          </p:cNvPr>
          <p:cNvSpPr/>
          <p:nvPr/>
        </p:nvSpPr>
        <p:spPr>
          <a:xfrm>
            <a:off x="7974710" y="-4855"/>
            <a:ext cx="4206218" cy="6500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3292EE9-30E6-D71F-56D6-84CFB733B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35050"/>
              </p:ext>
            </p:extLst>
          </p:nvPr>
        </p:nvGraphicFramePr>
        <p:xfrm>
          <a:off x="653878" y="1916221"/>
          <a:ext cx="6850756" cy="2004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25378">
                  <a:extLst>
                    <a:ext uri="{9D8B030D-6E8A-4147-A177-3AD203B41FA5}">
                      <a16:colId xmlns:a16="http://schemas.microsoft.com/office/drawing/2014/main" val="4046277629"/>
                    </a:ext>
                  </a:extLst>
                </a:gridCol>
                <a:gridCol w="3425378">
                  <a:extLst>
                    <a:ext uri="{9D8B030D-6E8A-4147-A177-3AD203B41FA5}">
                      <a16:colId xmlns:a16="http://schemas.microsoft.com/office/drawing/2014/main" val="4078604367"/>
                    </a:ext>
                  </a:extLst>
                </a:gridCol>
              </a:tblGrid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Programa, Plan y/o iniciativa 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Descripción 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60573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33110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124615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888973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10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821194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080C4A43-0562-3211-9DD5-EAEC0C861F77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375408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1E34-5C09-C083-91FB-65761687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7B4BA3A0-16CB-8479-CCBF-613C56D95A69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FC734D-60B8-A505-CC2A-2E18FDFFD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F9C57A5-95EB-8B8C-ED52-CE8FE160E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CE9D60B-B836-F0B9-3C8B-F8D9BA32A4E8}"/>
              </a:ext>
            </a:extLst>
          </p:cNvPr>
          <p:cNvSpPr/>
          <p:nvPr/>
        </p:nvSpPr>
        <p:spPr>
          <a:xfrm>
            <a:off x="749638" y="1192576"/>
            <a:ext cx="8573370" cy="76944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8. Otros logros y/o actividades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del establecimiento en 2025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2511F0D-1A3C-124C-49DE-6B2E521B1A9A}"/>
              </a:ext>
            </a:extLst>
          </p:cNvPr>
          <p:cNvSpPr/>
          <p:nvPr/>
        </p:nvSpPr>
        <p:spPr>
          <a:xfrm>
            <a:off x="8632110" y="5171"/>
            <a:ext cx="3558844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85038DB-7A4B-2AC4-BAF0-6AF6DC01C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812912"/>
              </p:ext>
            </p:extLst>
          </p:nvPr>
        </p:nvGraphicFramePr>
        <p:xfrm>
          <a:off x="664175" y="2420789"/>
          <a:ext cx="6850756" cy="2004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25378">
                  <a:extLst>
                    <a:ext uri="{9D8B030D-6E8A-4147-A177-3AD203B41FA5}">
                      <a16:colId xmlns:a16="http://schemas.microsoft.com/office/drawing/2014/main" val="4046277629"/>
                    </a:ext>
                  </a:extLst>
                </a:gridCol>
                <a:gridCol w="3425378">
                  <a:extLst>
                    <a:ext uri="{9D8B030D-6E8A-4147-A177-3AD203B41FA5}">
                      <a16:colId xmlns:a16="http://schemas.microsoft.com/office/drawing/2014/main" val="4078604367"/>
                    </a:ext>
                  </a:extLst>
                </a:gridCol>
              </a:tblGrid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 noProof="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Logro y/o actividad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/>
                          <a:ea typeface="+mn-ea"/>
                          <a:cs typeface="+mn-cs"/>
                        </a:rPr>
                        <a:t>Descripción  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60573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33110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124615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888973"/>
                  </a:ext>
                </a:extLst>
              </a:tr>
              <a:tr h="400984"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76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dirty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821194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25E390E5-7248-9F9F-CC3B-D4C42C6E2F7C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3764935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0A806-532B-7B67-A50B-E2106CDB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307BF658-6D46-349D-B5F5-5CDD84C866BE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422B53-B924-649F-F8EC-6EB94EE09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542D955-46B1-6E00-29D3-C0551AEF9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865B5C4-6755-708A-291B-84C119D872C6}"/>
              </a:ext>
            </a:extLst>
          </p:cNvPr>
          <p:cNvSpPr/>
          <p:nvPr/>
        </p:nvSpPr>
        <p:spPr>
          <a:xfrm>
            <a:off x="749638" y="1192576"/>
            <a:ext cx="8573370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/>
              </a:rPr>
              <a:t>9. Desafíos y proyección de funcionamiento 2026</a:t>
            </a:r>
            <a:endParaRPr lang="es-ES_tradnl" sz="2200" b="1">
              <a:solidFill>
                <a:srgbClr val="084683"/>
              </a:solidFill>
              <a:latin typeface="Museo Sans 50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3CBA1A-9B1B-D128-9E94-DD1A682C59FD}"/>
              </a:ext>
            </a:extLst>
          </p:cNvPr>
          <p:cNvSpPr/>
          <p:nvPr/>
        </p:nvSpPr>
        <p:spPr>
          <a:xfrm>
            <a:off x="7789900" y="-4855"/>
            <a:ext cx="4401054" cy="6500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9DADCE5-DFC3-2198-D536-E80B308E0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79515"/>
              </p:ext>
            </p:extLst>
          </p:nvPr>
        </p:nvGraphicFramePr>
        <p:xfrm>
          <a:off x="663017" y="1944902"/>
          <a:ext cx="6829425" cy="20002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76475">
                  <a:extLst>
                    <a:ext uri="{9D8B030D-6E8A-4147-A177-3AD203B41FA5}">
                      <a16:colId xmlns:a16="http://schemas.microsoft.com/office/drawing/2014/main" val="2291623395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412888913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191808041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effectLst/>
                          <a:latin typeface="Museo Sans 500" panose="02000000000000000000"/>
                          <a:ea typeface="+mn-ea"/>
                          <a:cs typeface="+mn-cs"/>
                        </a:rPr>
                        <a:t>Líneas de acción</a:t>
                      </a: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s-CL" sz="1400" b="1" dirty="0">
                          <a:solidFill>
                            <a:srgbClr val="084683"/>
                          </a:solidFill>
                          <a:effectLst/>
                          <a:latin typeface="Museo Sans 500" panose="02000000000000000000"/>
                        </a:rPr>
                        <a:t>Estrategia</a:t>
                      </a:r>
                      <a:endParaRPr lang="es-CL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s-CL" sz="1400" b="1" dirty="0">
                          <a:solidFill>
                            <a:srgbClr val="084683"/>
                          </a:solidFill>
                          <a:effectLst/>
                          <a:latin typeface="Museo Sans 500" panose="02000000000000000000"/>
                        </a:rPr>
                        <a:t>Compromisos 2026</a:t>
                      </a:r>
                      <a:endParaRPr lang="es-CL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429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6384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46764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066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s-ES" dirty="0">
                        <a:effectLst/>
                      </a:endParaRPr>
                    </a:p>
                  </a:txBody>
                  <a:tcPr marL="57150" marR="571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99195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69B62295-890E-4AF2-A1F8-6E5D13D16D56}"/>
              </a:ext>
            </a:extLst>
          </p:cNvPr>
          <p:cNvSpPr/>
          <p:nvPr/>
        </p:nvSpPr>
        <p:spPr>
          <a:xfrm>
            <a:off x="4910385" y="227597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4167890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to en blanco y negro de un grupo de personas de pie&#10;&#10;Descripción generada automáticamente">
            <a:extLst>
              <a:ext uri="{FF2B5EF4-FFF2-40B4-BE49-F238E27FC236}">
                <a16:creationId xmlns:a16="http://schemas.microsoft.com/office/drawing/2014/main" id="{5859644C-D55A-5307-4C57-CF5D54B1C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D7BAB82-B177-0EB7-65C2-DDE13905BACA}"/>
              </a:ext>
            </a:extLst>
          </p:cNvPr>
          <p:cNvSpPr/>
          <p:nvPr/>
        </p:nvSpPr>
        <p:spPr>
          <a:xfrm>
            <a:off x="0" y="0"/>
            <a:ext cx="12192000" cy="2695074"/>
          </a:xfrm>
          <a:prstGeom prst="rect">
            <a:avLst/>
          </a:prstGeom>
          <a:gradFill flip="none" rotWithShape="1">
            <a:gsLst>
              <a:gs pos="0">
                <a:srgbClr val="084683"/>
              </a:gs>
              <a:gs pos="99000">
                <a:srgbClr val="084683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514ABD-C3BE-C1B8-A8A0-C910E603E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" y="0"/>
            <a:ext cx="1218990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9A3EA8-7652-45D7-8BC4-F511EDFA4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00" y="404248"/>
            <a:ext cx="3243545" cy="143099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796B96C-4CAB-5882-64CC-796678CD6921}"/>
              </a:ext>
            </a:extLst>
          </p:cNvPr>
          <p:cNvSpPr/>
          <p:nvPr/>
        </p:nvSpPr>
        <p:spPr>
          <a:xfrm>
            <a:off x="8800596" y="538413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</p:spTree>
    <p:extLst>
      <p:ext uri="{BB962C8B-B14F-4D97-AF65-F5344CB8AC3E}">
        <p14:creationId xmlns:p14="http://schemas.microsoft.com/office/powerpoint/2010/main" val="267969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9D2D723E31AD49A99754977A535CD5" ma:contentTypeVersion="14" ma:contentTypeDescription="Crear nuevo documento." ma:contentTypeScope="" ma:versionID="001b7acd8f2976038f93c737239349ab">
  <xsd:schema xmlns:xsd="http://www.w3.org/2001/XMLSchema" xmlns:xs="http://www.w3.org/2001/XMLSchema" xmlns:p="http://schemas.microsoft.com/office/2006/metadata/properties" xmlns:ns2="90a45df5-754a-416f-a615-16c5d1ea499f" xmlns:ns3="6a760d76-56c9-4564-aaf3-217c3e3877a9" targetNamespace="http://schemas.microsoft.com/office/2006/metadata/properties" ma:root="true" ma:fieldsID="5799675022c05d4610dc618118321a1c" ns2:_="" ns3:_="">
    <xsd:import namespace="90a45df5-754a-416f-a615-16c5d1ea499f"/>
    <xsd:import namespace="6a760d76-56c9-4564-aaf3-217c3e3877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Descripcion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45df5-754a-416f-a615-16c5d1ea49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e7244f69-ae3d-44f0-8520-e9ca9e484d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Descripcion" ma:index="19" nillable="true" ma:displayName="Descripcion" ma:format="Dropdown" ma:internalName="Descripc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60d76-56c9-4564-aaf3-217c3e3877a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46e9c1-d1f5-4fe6-8546-bb8199188854}" ma:internalName="TaxCatchAll" ma:showField="CatchAllData" ma:web="6a760d76-56c9-4564-aaf3-217c3e3877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760d76-56c9-4564-aaf3-217c3e3877a9" xsi:nil="true"/>
    <Descripcion xmlns="90a45df5-754a-416f-a615-16c5d1ea499f" xsi:nil="true"/>
    <lcf76f155ced4ddcb4097134ff3c332f xmlns="90a45df5-754a-416f-a615-16c5d1ea499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D6B867-B2E7-46C1-917C-2C8FE7E3E57C}"/>
</file>

<file path=customXml/itemProps2.xml><?xml version="1.0" encoding="utf-8"?>
<ds:datastoreItem xmlns:ds="http://schemas.openxmlformats.org/officeDocument/2006/customXml" ds:itemID="{7A9E4853-F282-480B-B5A7-DCD35CA57D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FCD907-14DC-48EA-8F40-7CED6F7B82CB}">
  <ds:schemaRefs>
    <ds:schemaRef ds:uri="748cff98-b897-40c8-ae0e-e381ba76fbd5"/>
    <ds:schemaRef ds:uri="ed0e0db8-a250-48d2-9db2-22eb567e7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480</Words>
  <Application>Microsoft Office PowerPoint</Application>
  <PresentationFormat>Panorámica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Museo Sans 500</vt:lpstr>
      <vt:lpstr>Segoe UI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Paola Cornejo Gaete</dc:creator>
  <cp:lastModifiedBy>Bruno Andrés Cortes González</cp:lastModifiedBy>
  <cp:revision>153</cp:revision>
  <dcterms:created xsi:type="dcterms:W3CDTF">2020-02-14T18:21:31Z</dcterms:created>
  <dcterms:modified xsi:type="dcterms:W3CDTF">2026-03-11T16:24:31Z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0x010100C89D2D723E31AD49A99754977A535CD5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2026-03-05T20:46:58Z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1c9e4da2-29f1-483c-bdbb-8582927254f2</vt:lpwstr>
  </property>
  <property fmtid="{D5CDD505-2E9C-101B-9397-08002B2CF9AE}" pid="8" name="MSIP_Label_defa4170-0d19-0005-0004-bc88714345d2_ActionId">
    <vt:lpwstr>d320d576-271f-421c-8554-2818fd51b176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