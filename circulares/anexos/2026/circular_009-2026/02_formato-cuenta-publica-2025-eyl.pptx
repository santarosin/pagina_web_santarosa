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1410" r:id="rId5"/>
    <p:sldId id="1436" r:id="rId6"/>
    <p:sldId id="1446" r:id="rId7"/>
    <p:sldId id="262" r:id="rId8"/>
    <p:sldId id="1447" r:id="rId9"/>
    <p:sldId id="1448" r:id="rId10"/>
    <p:sldId id="1449" r:id="rId11"/>
    <p:sldId id="1451" r:id="rId12"/>
    <p:sldId id="1457" r:id="rId13"/>
    <p:sldId id="1458" r:id="rId14"/>
    <p:sldId id="1453" r:id="rId15"/>
    <p:sldId id="1455" r:id="rId16"/>
    <p:sldId id="1456" r:id="rId17"/>
    <p:sldId id="1454" r:id="rId18"/>
    <p:sldId id="289" r:id="rId1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ulina Andrea Parra Carrasco" initials="PAPC" lastIdx="1" clrIdx="0">
    <p:extLst>
      <p:ext uri="{19B8F6BF-5375-455C-9EA6-DF929625EA0E}">
        <p15:presenceInfo xmlns:p15="http://schemas.microsoft.com/office/powerpoint/2012/main" userId="S::paulina.parra@mineduc.cl::07b7165c-0ef5-4fe5-93f0-7290095f6cf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5EA"/>
    <a:srgbClr val="E9EBF5"/>
    <a:srgbClr val="0B4682"/>
    <a:srgbClr val="084683"/>
    <a:srgbClr val="37C0F1"/>
    <a:srgbClr val="F8D63D"/>
    <a:srgbClr val="FF798A"/>
    <a:srgbClr val="FF3B4C"/>
    <a:srgbClr val="1445E2"/>
    <a:srgbClr val="267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9CD892-B524-0695-A31C-5F21DDAABD72}" v="12" dt="2026-03-09T17:43:30.910"/>
    <p1510:client id="{06EC5BF7-25E0-4145-99D8-1E45FDA6FFD5}" v="170" dt="2026-03-09T18:09:20.356"/>
    <p1510:client id="{80D0EFF0-15AB-6401-BA29-C8BD806261E6}" v="3" dt="2026-03-09T17:59:34.343"/>
    <p1510:client id="{EE626DFE-5012-B841-5099-D58D930364B2}" v="75" dt="2026-03-09T17:46:57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069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man Yeomans Jimenez" userId="S::osman.yeomans@slepsantarosa.gob.cl::c03da1e2-5ddd-40e2-a043-e5f8a9976cf2" providerId="AD" clId="Web-{019CD892-B524-0695-A31C-5F21DDAABD72}"/>
    <pc:docChg chg="modSld">
      <pc:chgData name="Osman Yeomans Jimenez" userId="S::osman.yeomans@slepsantarosa.gob.cl::c03da1e2-5ddd-40e2-a043-e5f8a9976cf2" providerId="AD" clId="Web-{019CD892-B524-0695-A31C-5F21DDAABD72}" dt="2026-03-09T17:43:30.910" v="11"/>
      <pc:docMkLst>
        <pc:docMk/>
      </pc:docMkLst>
      <pc:sldChg chg="modSp">
        <pc:chgData name="Osman Yeomans Jimenez" userId="S::osman.yeomans@slepsantarosa.gob.cl::c03da1e2-5ddd-40e2-a043-e5f8a9976cf2" providerId="AD" clId="Web-{019CD892-B524-0695-A31C-5F21DDAABD72}" dt="2026-03-09T17:43:23.035" v="1"/>
        <pc:sldMkLst>
          <pc:docMk/>
          <pc:sldMk cId="3258471287" sldId="1447"/>
        </pc:sldMkLst>
        <pc:graphicFrameChg chg="modGraphic">
          <ac:chgData name="Osman Yeomans Jimenez" userId="S::osman.yeomans@slepsantarosa.gob.cl::c03da1e2-5ddd-40e2-a043-e5f8a9976cf2" providerId="AD" clId="Web-{019CD892-B524-0695-A31C-5F21DDAABD72}" dt="2026-03-09T17:43:23.035" v="1"/>
          <ac:graphicFrameMkLst>
            <pc:docMk/>
            <pc:sldMk cId="3258471287" sldId="1447"/>
            <ac:graphicFrameMk id="2" creationId="{839934C4-70EB-7E35-BD43-8C30C5BDC8EB}"/>
          </ac:graphicFrameMkLst>
        </pc:graphicFrameChg>
      </pc:sldChg>
      <pc:sldChg chg="modSp">
        <pc:chgData name="Osman Yeomans Jimenez" userId="S::osman.yeomans@slepsantarosa.gob.cl::c03da1e2-5ddd-40e2-a043-e5f8a9976cf2" providerId="AD" clId="Web-{019CD892-B524-0695-A31C-5F21DDAABD72}" dt="2026-03-09T17:43:26.457" v="3"/>
        <pc:sldMkLst>
          <pc:docMk/>
          <pc:sldMk cId="1038005696" sldId="1449"/>
        </pc:sldMkLst>
        <pc:graphicFrameChg chg="modGraphic">
          <ac:chgData name="Osman Yeomans Jimenez" userId="S::osman.yeomans@slepsantarosa.gob.cl::c03da1e2-5ddd-40e2-a043-e5f8a9976cf2" providerId="AD" clId="Web-{019CD892-B524-0695-A31C-5F21DDAABD72}" dt="2026-03-09T17:43:26.457" v="3"/>
          <ac:graphicFrameMkLst>
            <pc:docMk/>
            <pc:sldMk cId="1038005696" sldId="1449"/>
            <ac:graphicFrameMk id="2" creationId="{6BB4F548-284D-14D2-B2FD-17FA7C80752F}"/>
          </ac:graphicFrameMkLst>
        </pc:graphicFrameChg>
      </pc:sldChg>
      <pc:sldChg chg="modSp">
        <pc:chgData name="Osman Yeomans Jimenez" userId="S::osman.yeomans@slepsantarosa.gob.cl::c03da1e2-5ddd-40e2-a043-e5f8a9976cf2" providerId="AD" clId="Web-{019CD892-B524-0695-A31C-5F21DDAABD72}" dt="2026-03-09T17:43:27.785" v="7"/>
        <pc:sldMkLst>
          <pc:docMk/>
          <pc:sldMk cId="3656542055" sldId="1451"/>
        </pc:sldMkLst>
        <pc:graphicFrameChg chg="modGraphic">
          <ac:chgData name="Osman Yeomans Jimenez" userId="S::osman.yeomans@slepsantarosa.gob.cl::c03da1e2-5ddd-40e2-a043-e5f8a9976cf2" providerId="AD" clId="Web-{019CD892-B524-0695-A31C-5F21DDAABD72}" dt="2026-03-09T17:43:27.707" v="5"/>
          <ac:graphicFrameMkLst>
            <pc:docMk/>
            <pc:sldMk cId="3656542055" sldId="1451"/>
            <ac:graphicFrameMk id="4" creationId="{E8BF287A-9F91-9161-AA6B-E5F223BF7D67}"/>
          </ac:graphicFrameMkLst>
        </pc:graphicFrameChg>
        <pc:graphicFrameChg chg="modGraphic">
          <ac:chgData name="Osman Yeomans Jimenez" userId="S::osman.yeomans@slepsantarosa.gob.cl::c03da1e2-5ddd-40e2-a043-e5f8a9976cf2" providerId="AD" clId="Web-{019CD892-B524-0695-A31C-5F21DDAABD72}" dt="2026-03-09T17:43:27.785" v="7"/>
          <ac:graphicFrameMkLst>
            <pc:docMk/>
            <pc:sldMk cId="3656542055" sldId="1451"/>
            <ac:graphicFrameMk id="6" creationId="{D2088787-998D-C6D0-1919-CD7B9E8FD851}"/>
          </ac:graphicFrameMkLst>
        </pc:graphicFrameChg>
      </pc:sldChg>
      <pc:sldChg chg="modSp">
        <pc:chgData name="Osman Yeomans Jimenez" userId="S::osman.yeomans@slepsantarosa.gob.cl::c03da1e2-5ddd-40e2-a043-e5f8a9976cf2" providerId="AD" clId="Web-{019CD892-B524-0695-A31C-5F21DDAABD72}" dt="2026-03-09T17:43:30.910" v="11"/>
        <pc:sldMkLst>
          <pc:docMk/>
          <pc:sldMk cId="4224733013" sldId="1452"/>
        </pc:sldMkLst>
        <pc:graphicFrameChg chg="modGraphic">
          <ac:chgData name="Osman Yeomans Jimenez" userId="S::osman.yeomans@slepsantarosa.gob.cl::c03da1e2-5ddd-40e2-a043-e5f8a9976cf2" providerId="AD" clId="Web-{019CD892-B524-0695-A31C-5F21DDAABD72}" dt="2026-03-09T17:43:30.847" v="9"/>
          <ac:graphicFrameMkLst>
            <pc:docMk/>
            <pc:sldMk cId="4224733013" sldId="1452"/>
            <ac:graphicFrameMk id="4" creationId="{979623FA-1D7A-5A7A-1DFB-A71152064065}"/>
          </ac:graphicFrameMkLst>
        </pc:graphicFrameChg>
        <pc:graphicFrameChg chg="modGraphic">
          <ac:chgData name="Osman Yeomans Jimenez" userId="S::osman.yeomans@slepsantarosa.gob.cl::c03da1e2-5ddd-40e2-a043-e5f8a9976cf2" providerId="AD" clId="Web-{019CD892-B524-0695-A31C-5F21DDAABD72}" dt="2026-03-09T17:43:30.910" v="11"/>
          <ac:graphicFrameMkLst>
            <pc:docMk/>
            <pc:sldMk cId="4224733013" sldId="1452"/>
            <ac:graphicFrameMk id="6" creationId="{1AC5C360-DA21-2962-2734-F72F52993188}"/>
          </ac:graphicFrameMkLst>
        </pc:graphicFrameChg>
      </pc:sldChg>
    </pc:docChg>
  </pc:docChgLst>
  <pc:docChgLst>
    <pc:chgData name="Bruno Andrés Cortes González" userId="S::bruno.cortes@slepsantarosa.gob.cl::148140d0-bcfe-4012-b18a-ad2c5d05a771" providerId="AD" clId="Web-{EE626DFE-5012-B841-5099-D58D930364B2}"/>
    <pc:docChg chg="modSld sldOrd">
      <pc:chgData name="Bruno Andrés Cortes González" userId="S::bruno.cortes@slepsantarosa.gob.cl::148140d0-bcfe-4012-b18a-ad2c5d05a771" providerId="AD" clId="Web-{EE626DFE-5012-B841-5099-D58D930364B2}" dt="2026-03-09T17:46:56.480" v="37" actId="20577"/>
      <pc:docMkLst>
        <pc:docMk/>
      </pc:docMkLst>
      <pc:sldChg chg="delSp modSp">
        <pc:chgData name="Bruno Andrés Cortes González" userId="S::bruno.cortes@slepsantarosa.gob.cl::148140d0-bcfe-4012-b18a-ad2c5d05a771" providerId="AD" clId="Web-{EE626DFE-5012-B841-5099-D58D930364B2}" dt="2026-03-09T17:43:49.567" v="14"/>
        <pc:sldMkLst>
          <pc:docMk/>
          <pc:sldMk cId="1559807572" sldId="262"/>
        </pc:sldMkLst>
        <pc:graphicFrameChg chg="modGraphic">
          <ac:chgData name="Bruno Andrés Cortes González" userId="S::bruno.cortes@slepsantarosa.gob.cl::148140d0-bcfe-4012-b18a-ad2c5d05a771" providerId="AD" clId="Web-{EE626DFE-5012-B841-5099-D58D930364B2}" dt="2026-03-09T17:43:06.315" v="3"/>
          <ac:graphicFrameMkLst>
            <pc:docMk/>
            <pc:sldMk cId="1559807572" sldId="262"/>
            <ac:graphicFrameMk id="17" creationId="{DD910537-B877-56C7-D5C8-92D641FED799}"/>
          </ac:graphicFrameMkLst>
        </pc:graphicFrameChg>
        <pc:picChg chg="del">
          <ac:chgData name="Bruno Andrés Cortes González" userId="S::bruno.cortes@slepsantarosa.gob.cl::148140d0-bcfe-4012-b18a-ad2c5d05a771" providerId="AD" clId="Web-{EE626DFE-5012-B841-5099-D58D930364B2}" dt="2026-03-09T17:43:49.567" v="14"/>
          <ac:picMkLst>
            <pc:docMk/>
            <pc:sldMk cId="1559807572" sldId="262"/>
            <ac:picMk id="2" creationId="{CD6BFD12-CEDE-2AFE-5B63-9F88DB52A9FD}"/>
          </ac:picMkLst>
        </pc:pic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4:35.678" v="22" actId="20577"/>
        <pc:sldMkLst>
          <pc:docMk/>
          <pc:sldMk cId="118511536" sldId="1436"/>
        </pc:sldMkLst>
        <pc:spChg chg="mod">
          <ac:chgData name="Bruno Andrés Cortes González" userId="S::bruno.cortes@slepsantarosa.gob.cl::148140d0-bcfe-4012-b18a-ad2c5d05a771" providerId="AD" clId="Web-{EE626DFE-5012-B841-5099-D58D930364B2}" dt="2026-03-09T17:44:35.678" v="22" actId="20577"/>
          <ac:spMkLst>
            <pc:docMk/>
            <pc:sldMk cId="118511536" sldId="1436"/>
            <ac:spMk id="24" creationId="{2FAE47F1-CB49-5DDE-AFAB-E110A518D6E8}"/>
          </ac:spMkLst>
        </pc:sp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3:44.723" v="13" actId="1076"/>
        <pc:sldMkLst>
          <pc:docMk/>
          <pc:sldMk cId="32928144" sldId="1446"/>
        </pc:sldMkLst>
        <pc:graphicFrameChg chg="modGraphic">
          <ac:chgData name="Bruno Andrés Cortes González" userId="S::bruno.cortes@slepsantarosa.gob.cl::148140d0-bcfe-4012-b18a-ad2c5d05a771" providerId="AD" clId="Web-{EE626DFE-5012-B841-5099-D58D930364B2}" dt="2026-03-09T17:43:01.846" v="1"/>
          <ac:graphicFrameMkLst>
            <pc:docMk/>
            <pc:sldMk cId="32928144" sldId="1446"/>
            <ac:graphicFrameMk id="17" creationId="{E4166BEF-9844-38AD-72B3-1242D7261812}"/>
          </ac:graphicFrameMkLst>
        </pc:graphicFrameChg>
        <pc:picChg chg="mod">
          <ac:chgData name="Bruno Andrés Cortes González" userId="S::bruno.cortes@slepsantarosa.gob.cl::148140d0-bcfe-4012-b18a-ad2c5d05a771" providerId="AD" clId="Web-{EE626DFE-5012-B841-5099-D58D930364B2}" dt="2026-03-09T17:43:44.723" v="13" actId="1076"/>
          <ac:picMkLst>
            <pc:docMk/>
            <pc:sldMk cId="32928144" sldId="1446"/>
            <ac:picMk id="2" creationId="{56947DF8-9759-41C9-11FE-30C5A7919844}"/>
          </ac:picMkLst>
        </pc:pic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5:09.476" v="27"/>
        <pc:sldMkLst>
          <pc:docMk/>
          <pc:sldMk cId="321948466" sldId="1448"/>
        </pc:sldMkLst>
        <pc:graphicFrameChg chg="mod modGraphic">
          <ac:chgData name="Bruno Andrés Cortes González" userId="S::bruno.cortes@slepsantarosa.gob.cl::148140d0-bcfe-4012-b18a-ad2c5d05a771" providerId="AD" clId="Web-{EE626DFE-5012-B841-5099-D58D930364B2}" dt="2026-03-09T17:45:09.476" v="27"/>
          <ac:graphicFrameMkLst>
            <pc:docMk/>
            <pc:sldMk cId="321948466" sldId="1448"/>
            <ac:graphicFrameMk id="4" creationId="{98B5304A-7657-518C-5CE9-560A6F259BB0}"/>
          </ac:graphicFrameMkLst>
        </pc:graphicFrame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3:13.659" v="7"/>
        <pc:sldMkLst>
          <pc:docMk/>
          <pc:sldMk cId="1557653540" sldId="1450"/>
        </pc:sldMkLst>
        <pc:graphicFrameChg chg="modGraphic">
          <ac:chgData name="Bruno Andrés Cortes González" userId="S::bruno.cortes@slepsantarosa.gob.cl::148140d0-bcfe-4012-b18a-ad2c5d05a771" providerId="AD" clId="Web-{EE626DFE-5012-B841-5099-D58D930364B2}" dt="2026-03-09T17:43:13.566" v="5"/>
          <ac:graphicFrameMkLst>
            <pc:docMk/>
            <pc:sldMk cId="1557653540" sldId="1450"/>
            <ac:graphicFrameMk id="4" creationId="{13AA6359-2923-7DF4-CCFF-56414FD404B8}"/>
          </ac:graphicFrameMkLst>
        </pc:graphicFrameChg>
        <pc:graphicFrameChg chg="modGraphic">
          <ac:chgData name="Bruno Andrés Cortes González" userId="S::bruno.cortes@slepsantarosa.gob.cl::148140d0-bcfe-4012-b18a-ad2c5d05a771" providerId="AD" clId="Web-{EE626DFE-5012-B841-5099-D58D930364B2}" dt="2026-03-09T17:43:13.659" v="7"/>
          <ac:graphicFrameMkLst>
            <pc:docMk/>
            <pc:sldMk cId="1557653540" sldId="1450"/>
            <ac:graphicFrameMk id="6" creationId="{AC1B4D46-9D11-15F7-5B80-24CD3A9937FC}"/>
          </ac:graphicFrameMkLst>
        </pc:graphicFrame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3:33.816" v="11"/>
        <pc:sldMkLst>
          <pc:docMk/>
          <pc:sldMk cId="4224733013" sldId="1452"/>
        </pc:sldMkLst>
        <pc:graphicFrameChg chg="modGraphic">
          <ac:chgData name="Bruno Andrés Cortes González" userId="S::bruno.cortes@slepsantarosa.gob.cl::148140d0-bcfe-4012-b18a-ad2c5d05a771" providerId="AD" clId="Web-{EE626DFE-5012-B841-5099-D58D930364B2}" dt="2026-03-09T17:43:33.723" v="9"/>
          <ac:graphicFrameMkLst>
            <pc:docMk/>
            <pc:sldMk cId="4224733013" sldId="1452"/>
            <ac:graphicFrameMk id="4" creationId="{979623FA-1D7A-5A7A-1DFB-A71152064065}"/>
          </ac:graphicFrameMkLst>
        </pc:graphicFrameChg>
        <pc:graphicFrameChg chg="modGraphic">
          <ac:chgData name="Bruno Andrés Cortes González" userId="S::bruno.cortes@slepsantarosa.gob.cl::148140d0-bcfe-4012-b18a-ad2c5d05a771" providerId="AD" clId="Web-{EE626DFE-5012-B841-5099-D58D930364B2}" dt="2026-03-09T17:43:33.816" v="11"/>
          <ac:graphicFrameMkLst>
            <pc:docMk/>
            <pc:sldMk cId="4224733013" sldId="1452"/>
            <ac:graphicFrameMk id="6" creationId="{1AC5C360-DA21-2962-2734-F72F52993188}"/>
          </ac:graphicFrameMkLst>
        </pc:graphicFrame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5:44.868" v="28"/>
        <pc:sldMkLst>
          <pc:docMk/>
          <pc:sldMk cId="841207554" sldId="1453"/>
        </pc:sldMkLst>
        <pc:graphicFrameChg chg="modGraphic">
          <ac:chgData name="Bruno Andrés Cortes González" userId="S::bruno.cortes@slepsantarosa.gob.cl::148140d0-bcfe-4012-b18a-ad2c5d05a771" providerId="AD" clId="Web-{EE626DFE-5012-B841-5099-D58D930364B2}" dt="2026-03-09T17:45:44.868" v="28"/>
          <ac:graphicFrameMkLst>
            <pc:docMk/>
            <pc:sldMk cId="841207554" sldId="1453"/>
            <ac:graphicFrameMk id="2" creationId="{7EF6F0D2-E785-2AC0-3AEC-66F0F1B82F00}"/>
          </ac:graphicFrameMkLst>
        </pc:graphicFrameChg>
      </pc:sldChg>
      <pc:sldChg chg="modSp ord">
        <pc:chgData name="Bruno Andrés Cortes González" userId="S::bruno.cortes@slepsantarosa.gob.cl::148140d0-bcfe-4012-b18a-ad2c5d05a771" providerId="AD" clId="Web-{EE626DFE-5012-B841-5099-D58D930364B2}" dt="2026-03-09T17:46:45.307" v="33" actId="20577"/>
        <pc:sldMkLst>
          <pc:docMk/>
          <pc:sldMk cId="2708365838" sldId="1454"/>
        </pc:sldMkLst>
        <pc:spChg chg="mod">
          <ac:chgData name="Bruno Andrés Cortes González" userId="S::bruno.cortes@slepsantarosa.gob.cl::148140d0-bcfe-4012-b18a-ad2c5d05a771" providerId="AD" clId="Web-{EE626DFE-5012-B841-5099-D58D930364B2}" dt="2026-03-09T17:46:45.307" v="33" actId="20577"/>
          <ac:spMkLst>
            <pc:docMk/>
            <pc:sldMk cId="2708365838" sldId="1454"/>
            <ac:spMk id="11" creationId="{69D78650-C3A8-3ACE-9113-CE2FE69E23F3}"/>
          </ac:spMkLst>
        </pc:sp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6:52.417" v="35" actId="20577"/>
        <pc:sldMkLst>
          <pc:docMk/>
          <pc:sldMk cId="3056661458" sldId="1455"/>
        </pc:sldMkLst>
        <pc:spChg chg="mod">
          <ac:chgData name="Bruno Andrés Cortes González" userId="S::bruno.cortes@slepsantarosa.gob.cl::148140d0-bcfe-4012-b18a-ad2c5d05a771" providerId="AD" clId="Web-{EE626DFE-5012-B841-5099-D58D930364B2}" dt="2026-03-09T17:46:52.417" v="35" actId="20577"/>
          <ac:spMkLst>
            <pc:docMk/>
            <pc:sldMk cId="3056661458" sldId="1455"/>
            <ac:spMk id="11" creationId="{D40F7727-717F-1927-B063-188B4CC92BAF}"/>
          </ac:spMkLst>
        </pc:spChg>
      </pc:sldChg>
      <pc:sldChg chg="modSp">
        <pc:chgData name="Bruno Andrés Cortes González" userId="S::bruno.cortes@slepsantarosa.gob.cl::148140d0-bcfe-4012-b18a-ad2c5d05a771" providerId="AD" clId="Web-{EE626DFE-5012-B841-5099-D58D930364B2}" dt="2026-03-09T17:46:56.480" v="37" actId="20577"/>
        <pc:sldMkLst>
          <pc:docMk/>
          <pc:sldMk cId="1846356693" sldId="1456"/>
        </pc:sldMkLst>
        <pc:spChg chg="mod">
          <ac:chgData name="Bruno Andrés Cortes González" userId="S::bruno.cortes@slepsantarosa.gob.cl::148140d0-bcfe-4012-b18a-ad2c5d05a771" providerId="AD" clId="Web-{EE626DFE-5012-B841-5099-D58D930364B2}" dt="2026-03-09T17:46:56.480" v="37" actId="20577"/>
          <ac:spMkLst>
            <pc:docMk/>
            <pc:sldMk cId="1846356693" sldId="1456"/>
            <ac:spMk id="11" creationId="{C37161E5-977C-4C55-0FBA-BDACE6D761C2}"/>
          </ac:spMkLst>
        </pc:spChg>
      </pc:sldChg>
    </pc:docChg>
  </pc:docChgLst>
  <pc:docChgLst>
    <pc:chgData name="Bruno Andrés Cortes González" userId="148140d0-bcfe-4012-b18a-ad2c5d05a771" providerId="ADAL" clId="{5CFF1A6A-1880-4EA0-AB13-902DA0BDB3D8}"/>
    <pc:docChg chg="undo custSel addSld delSld modSld">
      <pc:chgData name="Bruno Andrés Cortes González" userId="148140d0-bcfe-4012-b18a-ad2c5d05a771" providerId="ADAL" clId="{5CFF1A6A-1880-4EA0-AB13-902DA0BDB3D8}" dt="2026-03-09T18:09:20.356" v="169"/>
      <pc:docMkLst>
        <pc:docMk/>
      </pc:docMkLst>
      <pc:sldChg chg="modSp mod">
        <pc:chgData name="Bruno Andrés Cortes González" userId="148140d0-bcfe-4012-b18a-ad2c5d05a771" providerId="ADAL" clId="{5CFF1A6A-1880-4EA0-AB13-902DA0BDB3D8}" dt="2026-03-09T18:07:33.654" v="167" actId="5793"/>
        <pc:sldMkLst>
          <pc:docMk/>
          <pc:sldMk cId="118511536" sldId="1436"/>
        </pc:sldMkLst>
        <pc:spChg chg="mod">
          <ac:chgData name="Bruno Andrés Cortes González" userId="148140d0-bcfe-4012-b18a-ad2c5d05a771" providerId="ADAL" clId="{5CFF1A6A-1880-4EA0-AB13-902DA0BDB3D8}" dt="2026-03-09T18:07:33.654" v="167" actId="5793"/>
          <ac:spMkLst>
            <pc:docMk/>
            <pc:sldMk cId="118511536" sldId="1436"/>
            <ac:spMk id="24" creationId="{2FAE47F1-CB49-5DDE-AFAB-E110A518D6E8}"/>
          </ac:spMkLst>
        </pc:spChg>
      </pc:sldChg>
      <pc:sldChg chg="modSp mod">
        <pc:chgData name="Bruno Andrés Cortes González" userId="148140d0-bcfe-4012-b18a-ad2c5d05a771" providerId="ADAL" clId="{5CFF1A6A-1880-4EA0-AB13-902DA0BDB3D8}" dt="2026-03-09T18:04:44.657" v="92" actId="1076"/>
        <pc:sldMkLst>
          <pc:docMk/>
          <pc:sldMk cId="3258471287" sldId="1447"/>
        </pc:sldMkLst>
        <pc:spChg chg="mod">
          <ac:chgData name="Bruno Andrés Cortes González" userId="148140d0-bcfe-4012-b18a-ad2c5d05a771" providerId="ADAL" clId="{5CFF1A6A-1880-4EA0-AB13-902DA0BDB3D8}" dt="2026-03-09T18:04:31.731" v="88" actId="1076"/>
          <ac:spMkLst>
            <pc:docMk/>
            <pc:sldMk cId="3258471287" sldId="1447"/>
            <ac:spMk id="11" creationId="{FB7C07D9-E803-C381-BDF7-14169EB29A70}"/>
          </ac:spMkLst>
        </pc:spChg>
        <pc:graphicFrameChg chg="mod">
          <ac:chgData name="Bruno Andrés Cortes González" userId="148140d0-bcfe-4012-b18a-ad2c5d05a771" providerId="ADAL" clId="{5CFF1A6A-1880-4EA0-AB13-902DA0BDB3D8}" dt="2026-03-09T18:04:36.838" v="89" actId="1076"/>
          <ac:graphicFrameMkLst>
            <pc:docMk/>
            <pc:sldMk cId="3258471287" sldId="1447"/>
            <ac:graphicFrameMk id="2" creationId="{839934C4-70EB-7E35-BD43-8C30C5BDC8EB}"/>
          </ac:graphicFrameMkLst>
        </pc:graphicFrameChg>
        <pc:picChg chg="mod">
          <ac:chgData name="Bruno Andrés Cortes González" userId="148140d0-bcfe-4012-b18a-ad2c5d05a771" providerId="ADAL" clId="{5CFF1A6A-1880-4EA0-AB13-902DA0BDB3D8}" dt="2026-03-09T18:04:26.063" v="87" actId="1076"/>
          <ac:picMkLst>
            <pc:docMk/>
            <pc:sldMk cId="3258471287" sldId="1447"/>
            <ac:picMk id="3" creationId="{818DC508-62B6-CEDC-EE02-86C87C7EB36C}"/>
          </ac:picMkLst>
        </pc:picChg>
        <pc:picChg chg="mod">
          <ac:chgData name="Bruno Andrés Cortes González" userId="148140d0-bcfe-4012-b18a-ad2c5d05a771" providerId="ADAL" clId="{5CFF1A6A-1880-4EA0-AB13-902DA0BDB3D8}" dt="2026-03-09T18:04:44.657" v="92" actId="1076"/>
          <ac:picMkLst>
            <pc:docMk/>
            <pc:sldMk cId="3258471287" sldId="1447"/>
            <ac:picMk id="4" creationId="{0F266C36-04D6-D314-11FF-6D7C43BD596B}"/>
          </ac:picMkLst>
        </pc:picChg>
        <pc:picChg chg="mod">
          <ac:chgData name="Bruno Andrés Cortes González" userId="148140d0-bcfe-4012-b18a-ad2c5d05a771" providerId="ADAL" clId="{5CFF1A6A-1880-4EA0-AB13-902DA0BDB3D8}" dt="2026-03-09T18:04:39.568" v="90" actId="1076"/>
          <ac:picMkLst>
            <pc:docMk/>
            <pc:sldMk cId="3258471287" sldId="1447"/>
            <ac:picMk id="5" creationId="{B0E3C0C2-25D7-EF0B-EAD4-8C7C17513303}"/>
          </ac:picMkLst>
        </pc:picChg>
      </pc:sldChg>
      <pc:sldChg chg="modSp mod">
        <pc:chgData name="Bruno Andrés Cortes González" userId="148140d0-bcfe-4012-b18a-ad2c5d05a771" providerId="ADAL" clId="{5CFF1A6A-1880-4EA0-AB13-902DA0BDB3D8}" dt="2026-03-09T18:05:51.468" v="144"/>
        <pc:sldMkLst>
          <pc:docMk/>
          <pc:sldMk cId="321948466" sldId="1448"/>
        </pc:sldMkLst>
        <pc:graphicFrameChg chg="modGraphic">
          <ac:chgData name="Bruno Andrés Cortes González" userId="148140d0-bcfe-4012-b18a-ad2c5d05a771" providerId="ADAL" clId="{5CFF1A6A-1880-4EA0-AB13-902DA0BDB3D8}" dt="2026-03-09T18:05:51.468" v="144"/>
          <ac:graphicFrameMkLst>
            <pc:docMk/>
            <pc:sldMk cId="321948466" sldId="1448"/>
            <ac:graphicFrameMk id="4" creationId="{98B5304A-7657-518C-5CE9-560A6F259BB0}"/>
          </ac:graphicFrameMkLst>
        </pc:graphicFrameChg>
      </pc:sldChg>
      <pc:sldChg chg="modSp mod">
        <pc:chgData name="Bruno Andrés Cortes González" userId="148140d0-bcfe-4012-b18a-ad2c5d05a771" providerId="ADAL" clId="{5CFF1A6A-1880-4EA0-AB13-902DA0BDB3D8}" dt="2026-03-09T18:05:35.130" v="99"/>
        <pc:sldMkLst>
          <pc:docMk/>
          <pc:sldMk cId="1038005696" sldId="1449"/>
        </pc:sldMkLst>
        <pc:graphicFrameChg chg="modGraphic">
          <ac:chgData name="Bruno Andrés Cortes González" userId="148140d0-bcfe-4012-b18a-ad2c5d05a771" providerId="ADAL" clId="{5CFF1A6A-1880-4EA0-AB13-902DA0BDB3D8}" dt="2026-03-09T18:05:35.130" v="99"/>
          <ac:graphicFrameMkLst>
            <pc:docMk/>
            <pc:sldMk cId="1038005696" sldId="1449"/>
            <ac:graphicFrameMk id="2" creationId="{6BB4F548-284D-14D2-B2FD-17FA7C80752F}"/>
          </ac:graphicFrameMkLst>
        </pc:graphicFrameChg>
      </pc:sldChg>
      <pc:sldChg chg="del">
        <pc:chgData name="Bruno Andrés Cortes González" userId="148140d0-bcfe-4012-b18a-ad2c5d05a771" providerId="ADAL" clId="{5CFF1A6A-1880-4EA0-AB13-902DA0BDB3D8}" dt="2026-03-09T18:00:59.686" v="3" actId="47"/>
        <pc:sldMkLst>
          <pc:docMk/>
          <pc:sldMk cId="1557653540" sldId="1450"/>
        </pc:sldMkLst>
      </pc:sldChg>
      <pc:sldChg chg="modSp mod">
        <pc:chgData name="Bruno Andrés Cortes González" userId="148140d0-bcfe-4012-b18a-ad2c5d05a771" providerId="ADAL" clId="{5CFF1A6A-1880-4EA0-AB13-902DA0BDB3D8}" dt="2026-03-09T18:00:43.552" v="2"/>
        <pc:sldMkLst>
          <pc:docMk/>
          <pc:sldMk cId="3656542055" sldId="1451"/>
        </pc:sldMkLst>
        <pc:graphicFrameChg chg="modGraphic">
          <ac:chgData name="Bruno Andrés Cortes González" userId="148140d0-bcfe-4012-b18a-ad2c5d05a771" providerId="ADAL" clId="{5CFF1A6A-1880-4EA0-AB13-902DA0BDB3D8}" dt="2026-03-09T18:00:43.552" v="2"/>
          <ac:graphicFrameMkLst>
            <pc:docMk/>
            <pc:sldMk cId="3656542055" sldId="1451"/>
            <ac:graphicFrameMk id="4" creationId="{E8BF287A-9F91-9161-AA6B-E5F223BF7D67}"/>
          </ac:graphicFrameMkLst>
        </pc:graphicFrameChg>
        <pc:graphicFrameChg chg="modGraphic">
          <ac:chgData name="Bruno Andrés Cortes González" userId="148140d0-bcfe-4012-b18a-ad2c5d05a771" providerId="ADAL" clId="{5CFF1A6A-1880-4EA0-AB13-902DA0BDB3D8}" dt="2026-03-09T18:00:37.805" v="1"/>
          <ac:graphicFrameMkLst>
            <pc:docMk/>
            <pc:sldMk cId="3656542055" sldId="1451"/>
            <ac:graphicFrameMk id="6" creationId="{D2088787-998D-C6D0-1919-CD7B9E8FD851}"/>
          </ac:graphicFrameMkLst>
        </pc:graphicFrameChg>
      </pc:sldChg>
      <pc:sldChg chg="del">
        <pc:chgData name="Bruno Andrés Cortes González" userId="148140d0-bcfe-4012-b18a-ad2c5d05a771" providerId="ADAL" clId="{5CFF1A6A-1880-4EA0-AB13-902DA0BDB3D8}" dt="2026-03-09T18:00:59.686" v="3" actId="47"/>
        <pc:sldMkLst>
          <pc:docMk/>
          <pc:sldMk cId="4224733013" sldId="1452"/>
        </pc:sldMkLst>
      </pc:sldChg>
      <pc:sldChg chg="addSp modSp">
        <pc:chgData name="Bruno Andrés Cortes González" userId="148140d0-bcfe-4012-b18a-ad2c5d05a771" providerId="ADAL" clId="{5CFF1A6A-1880-4EA0-AB13-902DA0BDB3D8}" dt="2026-03-09T18:09:04.572" v="168"/>
        <pc:sldMkLst>
          <pc:docMk/>
          <pc:sldMk cId="841207554" sldId="1453"/>
        </pc:sldMkLst>
        <pc:spChg chg="add mod">
          <ac:chgData name="Bruno Andrés Cortes González" userId="148140d0-bcfe-4012-b18a-ad2c5d05a771" providerId="ADAL" clId="{5CFF1A6A-1880-4EA0-AB13-902DA0BDB3D8}" dt="2026-03-09T18:09:04.572" v="168"/>
          <ac:spMkLst>
            <pc:docMk/>
            <pc:sldMk cId="841207554" sldId="1453"/>
            <ac:spMk id="4" creationId="{C14216C0-C470-04E0-63EF-A305C45633AD}"/>
          </ac:spMkLst>
        </pc:spChg>
      </pc:sldChg>
      <pc:sldChg chg="addSp modSp mod">
        <pc:chgData name="Bruno Andrés Cortes González" userId="148140d0-bcfe-4012-b18a-ad2c5d05a771" providerId="ADAL" clId="{5CFF1A6A-1880-4EA0-AB13-902DA0BDB3D8}" dt="2026-03-09T18:09:20.356" v="169"/>
        <pc:sldMkLst>
          <pc:docMk/>
          <pc:sldMk cId="2708365838" sldId="1454"/>
        </pc:sldMkLst>
        <pc:spChg chg="add mod">
          <ac:chgData name="Bruno Andrés Cortes González" userId="148140d0-bcfe-4012-b18a-ad2c5d05a771" providerId="ADAL" clId="{5CFF1A6A-1880-4EA0-AB13-902DA0BDB3D8}" dt="2026-03-09T18:09:20.356" v="169"/>
          <ac:spMkLst>
            <pc:docMk/>
            <pc:sldMk cId="2708365838" sldId="1454"/>
            <ac:spMk id="2" creationId="{04CAC052-F815-E49B-D334-C842DC727BF7}"/>
          </ac:spMkLst>
        </pc:spChg>
        <pc:graphicFrameChg chg="mod">
          <ac:chgData name="Bruno Andrés Cortes González" userId="148140d0-bcfe-4012-b18a-ad2c5d05a771" providerId="ADAL" clId="{5CFF1A6A-1880-4EA0-AB13-902DA0BDB3D8}" dt="2026-03-09T18:05:16.880" v="97" actId="1076"/>
          <ac:graphicFrameMkLst>
            <pc:docMk/>
            <pc:sldMk cId="2708365838" sldId="1454"/>
            <ac:graphicFrameMk id="4" creationId="{A1F22D64-25BE-B551-3AFD-E7779A151EA1}"/>
          </ac:graphicFrameMkLst>
        </pc:graphicFrameChg>
      </pc:sldChg>
      <pc:sldChg chg="modSp mod">
        <pc:chgData name="Bruno Andrés Cortes González" userId="148140d0-bcfe-4012-b18a-ad2c5d05a771" providerId="ADAL" clId="{5CFF1A6A-1880-4EA0-AB13-902DA0BDB3D8}" dt="2026-03-09T18:05:02.913" v="95" actId="14100"/>
        <pc:sldMkLst>
          <pc:docMk/>
          <pc:sldMk cId="3056661458" sldId="1455"/>
        </pc:sldMkLst>
        <pc:graphicFrameChg chg="mod modGraphic">
          <ac:chgData name="Bruno Andrés Cortes González" userId="148140d0-bcfe-4012-b18a-ad2c5d05a771" providerId="ADAL" clId="{5CFF1A6A-1880-4EA0-AB13-902DA0BDB3D8}" dt="2026-03-09T18:05:02.913" v="95" actId="14100"/>
          <ac:graphicFrameMkLst>
            <pc:docMk/>
            <pc:sldMk cId="3056661458" sldId="1455"/>
            <ac:graphicFrameMk id="2" creationId="{8E4E90F7-DFD8-4BCE-9D39-7C51656AB1A7}"/>
          </ac:graphicFrameMkLst>
        </pc:graphicFrameChg>
      </pc:sldChg>
      <pc:sldChg chg="addSp modSp mod">
        <pc:chgData name="Bruno Andrés Cortes González" userId="148140d0-bcfe-4012-b18a-ad2c5d05a771" providerId="ADAL" clId="{5CFF1A6A-1880-4EA0-AB13-902DA0BDB3D8}" dt="2026-03-09T18:05:12.108" v="96" actId="1076"/>
        <pc:sldMkLst>
          <pc:docMk/>
          <pc:sldMk cId="1846356693" sldId="1456"/>
        </pc:sldMkLst>
        <pc:graphicFrameChg chg="add mod">
          <ac:chgData name="Bruno Andrés Cortes González" userId="148140d0-bcfe-4012-b18a-ad2c5d05a771" providerId="ADAL" clId="{5CFF1A6A-1880-4EA0-AB13-902DA0BDB3D8}" dt="2026-03-09T18:02:17.144" v="23"/>
          <ac:graphicFrameMkLst>
            <pc:docMk/>
            <pc:sldMk cId="1846356693" sldId="1456"/>
            <ac:graphicFrameMk id="2" creationId="{FA353DC4-417C-19E8-E713-9BC28620CF38}"/>
          </ac:graphicFrameMkLst>
        </pc:graphicFrameChg>
        <pc:graphicFrameChg chg="mod modGraphic">
          <ac:chgData name="Bruno Andrés Cortes González" userId="148140d0-bcfe-4012-b18a-ad2c5d05a771" providerId="ADAL" clId="{5CFF1A6A-1880-4EA0-AB13-902DA0BDB3D8}" dt="2026-03-09T18:05:12.108" v="96" actId="1076"/>
          <ac:graphicFrameMkLst>
            <pc:docMk/>
            <pc:sldMk cId="1846356693" sldId="1456"/>
            <ac:graphicFrameMk id="9" creationId="{B6F28991-5F3D-B299-F3A9-2D8F22860335}"/>
          </ac:graphicFrameMkLst>
        </pc:graphicFrameChg>
        <pc:picChg chg="mod">
          <ac:chgData name="Bruno Andrés Cortes González" userId="148140d0-bcfe-4012-b18a-ad2c5d05a771" providerId="ADAL" clId="{5CFF1A6A-1880-4EA0-AB13-902DA0BDB3D8}" dt="2026-03-09T18:02:36.585" v="25" actId="1076"/>
          <ac:picMkLst>
            <pc:docMk/>
            <pc:sldMk cId="1846356693" sldId="1456"/>
            <ac:picMk id="5" creationId="{49C724AD-3DA3-4E45-C9BC-B9FC63665340}"/>
          </ac:picMkLst>
        </pc:picChg>
      </pc:sldChg>
      <pc:sldChg chg="modSp add mod">
        <pc:chgData name="Bruno Andrés Cortes González" userId="148140d0-bcfe-4012-b18a-ad2c5d05a771" providerId="ADAL" clId="{5CFF1A6A-1880-4EA0-AB13-902DA0BDB3D8}" dt="2026-03-09T18:01:10.884" v="7" actId="20577"/>
        <pc:sldMkLst>
          <pc:docMk/>
          <pc:sldMk cId="3095297403" sldId="1457"/>
        </pc:sldMkLst>
        <pc:spChg chg="mod">
          <ac:chgData name="Bruno Andrés Cortes González" userId="148140d0-bcfe-4012-b18a-ad2c5d05a771" providerId="ADAL" clId="{5CFF1A6A-1880-4EA0-AB13-902DA0BDB3D8}" dt="2026-03-09T18:01:10.884" v="7" actId="20577"/>
          <ac:spMkLst>
            <pc:docMk/>
            <pc:sldMk cId="3095297403" sldId="1457"/>
            <ac:spMk id="11" creationId="{DFF5C8E3-EC7B-E16C-7854-7E3948E32E1A}"/>
          </ac:spMkLst>
        </pc:spChg>
      </pc:sldChg>
      <pc:sldChg chg="modSp add mod">
        <pc:chgData name="Bruno Andrés Cortes González" userId="148140d0-bcfe-4012-b18a-ad2c5d05a771" providerId="ADAL" clId="{5CFF1A6A-1880-4EA0-AB13-902DA0BDB3D8}" dt="2026-03-09T18:01:22.555" v="20" actId="20577"/>
        <pc:sldMkLst>
          <pc:docMk/>
          <pc:sldMk cId="2943921789" sldId="1458"/>
        </pc:sldMkLst>
        <pc:spChg chg="mod">
          <ac:chgData name="Bruno Andrés Cortes González" userId="148140d0-bcfe-4012-b18a-ad2c5d05a771" providerId="ADAL" clId="{5CFF1A6A-1880-4EA0-AB13-902DA0BDB3D8}" dt="2026-03-09T18:01:22.555" v="20" actId="20577"/>
          <ac:spMkLst>
            <pc:docMk/>
            <pc:sldMk cId="2943921789" sldId="1458"/>
            <ac:spMk id="11" creationId="{DF0F4054-4220-EA07-8E2C-C65F980D1880}"/>
          </ac:spMkLst>
        </pc:spChg>
      </pc:sldChg>
    </pc:docChg>
  </pc:docChgLst>
  <pc:docChgLst>
    <pc:chgData name="Bruno Andrés Cortes González" userId="S::bruno.cortes@slepsantarosa.gob.cl::148140d0-bcfe-4012-b18a-ad2c5d05a771" providerId="AD" clId="Web-{80D0EFF0-15AB-6401-BA29-C8BD806261E6}"/>
    <pc:docChg chg="modSld">
      <pc:chgData name="Bruno Andrés Cortes González" userId="S::bruno.cortes@slepsantarosa.gob.cl::148140d0-bcfe-4012-b18a-ad2c5d05a771" providerId="AD" clId="Web-{80D0EFF0-15AB-6401-BA29-C8BD806261E6}" dt="2026-03-09T17:59:34.343" v="1"/>
      <pc:docMkLst>
        <pc:docMk/>
      </pc:docMkLst>
      <pc:sldChg chg="mod setBg">
        <pc:chgData name="Bruno Andrés Cortes González" userId="S::bruno.cortes@slepsantarosa.gob.cl::148140d0-bcfe-4012-b18a-ad2c5d05a771" providerId="AD" clId="Web-{80D0EFF0-15AB-6401-BA29-C8BD806261E6}" dt="2026-03-09T17:59:34.343" v="1"/>
        <pc:sldMkLst>
          <pc:docMk/>
          <pc:sldMk cId="3656542055" sldId="145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B9AFDF-BFAC-4F8C-A906-84A14CC14FF9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7B70E-85BF-40E8-BB34-5A839DB9E9AD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5520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267FB-D102-4F22-85D2-BFF6902D20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268C1A-C1D8-4CEB-B667-7F44F5075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C6C222-066E-4936-A85A-F8B2F718D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C5CDB8-492B-4B17-BCA9-E84737979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F1605D-7827-4C2D-83FD-2E714B1CF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693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CFE96-09A2-4FCF-8076-6673832F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4095D0-00E5-439A-AF9E-BAB526097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C81782-EBF0-43B2-AA9D-8964BD51C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CD1887-3E12-479D-B1CF-2892BC3D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F2D53A-FCF7-48C3-9323-A580B8FD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5920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F691F-2ACE-4BD2-AE9F-D4D2CA272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EE436D-8F4B-4450-BE09-BA8FB6578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6B8A34-E175-4B83-91A3-726537D9E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04DB66-67B7-4320-81E4-8A2C98794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A206F2-3F0E-4DA3-8A2A-CAEC02AE2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7053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1CA1D-6B72-4C76-AE48-C217CC258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9B492C-22F3-4BC5-9F92-465895261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E4753B-B4DF-4643-BCE2-58E8C5905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F0F848-DDBF-40BB-B983-5C07E3867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F55C6B-F6BA-4F76-95BD-BD10E4A0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48B532-D1A7-46A3-BB1E-47468C38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894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CCF4B-41C3-4F19-8D5A-9EEF09B8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CBE252-2C52-4072-9432-525C61994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3AB201-C29F-46DD-8E1D-7D3CE95EF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67C4D0-A044-4717-93CA-0838A1E83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69651A1-CE1D-4D0B-84DF-505AA9D52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FCF7DEA-E267-4FF6-97E9-8F48F15DD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AAC68EA-7577-4F31-B4AB-FB8D70B7F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8C6DEEF-6DB2-40A3-9389-6B491DE73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2870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0EB6F-9DFA-4E41-ADFE-7FC00922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A6AC468-3C97-422E-8AEA-692D13E85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631F1A5-0039-4F3C-9740-C25411578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97DBF08-1BBD-4D2B-A2C2-1F3E6EEF9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5724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FDF6E43-CF84-462F-9EE5-1FCA2CF7B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A98C0B-C483-4AFE-AAFE-53B419D8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F72A4AC-8EB4-4A59-891E-2D2499C7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834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848BE5-DCFD-42E6-B7FF-572B9A456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EE3ED7-CA3E-45A0-B30F-462EA6A11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594F1F-CF4E-4DC1-902C-B8A02DBFB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B2F1EB-804D-42E2-A43A-E70F5361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4E16D8-557E-43ED-8725-2E8B6729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28B26A-1C6C-41A4-81E6-06D1F5402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494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94E1E-61FF-4548-AEF8-DB7343946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081EAA-F38B-4F90-B397-2CA78B1AE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CFE5B1-CDAB-44DC-8B9E-1A0443D53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1D439C-7788-46AB-9D10-23C56C849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AA711A-DAC2-4679-B7BA-D2B22F144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153490-3E3D-456A-BE7F-CC70816E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6031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7DFFC-D08C-4261-ABFA-FA63F9773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0319B7C-3D3D-41EA-9CEF-9BE60EDDF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6B581A-96E3-4579-96BF-7B3EB6177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7877AC-FDD4-45A5-8DED-6127689A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9D1116-6C54-41C2-AEA3-90250974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3764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9EA552-3F9A-4E9E-BB55-B8E2514856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C70630-FDE1-4A9F-891D-B0454B581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BFF68A-16F5-4EE3-840E-5AAD72BE8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44354-4FFF-4D5B-A24F-94210A29E0E9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6F233E-E3D4-468C-85B7-39FDE82D4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9CFCB3-B87B-4503-AA1C-A0CC516F8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A03C5-1666-4F2C-9A5E-DE8B06B964A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29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0380998-7FB7-4917-AB40-FBF5AFC96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D1F3F4-A6AB-4CC6-8395-FC4D0BFC1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8DA2FC-9348-4CC0-96D3-E22F7383F4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44354-4FFF-4D5B-A24F-94210A29E0E9}" type="datetimeFigureOut">
              <a:rPr lang="es-CL" smtClean="0"/>
              <a:t>09-03-2026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DD3ADC-210E-4A90-A515-F046910E3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33FD42-E1E7-4E1C-AD5E-B95A46431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A03C5-1666-4F2C-9A5E-DE8B06B964A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3398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1DEB30-C040-77BC-C6E2-E16CF3767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353" y="1835246"/>
            <a:ext cx="5410460" cy="5410460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FC4B1609-9175-D642-B51E-CC52A564B8EC}"/>
              </a:ext>
            </a:extLst>
          </p:cNvPr>
          <p:cNvSpPr/>
          <p:nvPr/>
        </p:nvSpPr>
        <p:spPr>
          <a:xfrm>
            <a:off x="8800596" y="538413"/>
            <a:ext cx="2281690" cy="8323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Logotipo establecimiento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04726DB-43FC-E9D1-D81E-58FD9712DD37}"/>
              </a:ext>
            </a:extLst>
          </p:cNvPr>
          <p:cNvSpPr txBox="1"/>
          <p:nvPr/>
        </p:nvSpPr>
        <p:spPr>
          <a:xfrm>
            <a:off x="951683" y="2419913"/>
            <a:ext cx="71576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200" b="1">
                <a:solidFill>
                  <a:schemeClr val="bg1"/>
                </a:solidFill>
                <a:effectLst/>
                <a:latin typeface="Museo Sans 500" panose="02000000000000000000" pitchFamily="2" charset="77"/>
                <a:ea typeface="Verdana" panose="020B0604030504040204" pitchFamily="34" charset="0"/>
                <a:cs typeface="Verdana" panose="020B0604030504040204" pitchFamily="34" charset="0"/>
              </a:rPr>
              <a:t>Cuenta Pública 2025</a:t>
            </a:r>
          </a:p>
          <a:p>
            <a:r>
              <a:rPr lang="es-CL" sz="4200" b="1" i="1">
                <a:solidFill>
                  <a:schemeClr val="bg1"/>
                </a:solidFill>
                <a:latin typeface="Museo Sans 500" panose="02000000000000000000" pitchFamily="2" charset="77"/>
                <a:ea typeface="Verdana" panose="020B0604030504040204" pitchFamily="34" charset="0"/>
              </a:rPr>
              <a:t>Nombre establecimiento</a:t>
            </a:r>
            <a:endParaRPr lang="es-CL" sz="4200" b="1" i="1">
              <a:solidFill>
                <a:schemeClr val="bg1"/>
              </a:solidFill>
              <a:latin typeface="Museo Sans 500" panose="02000000000000000000" pitchFamily="2" charset="77"/>
              <a:ea typeface="Verdana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D7F8B2E-B4FC-1300-F8BC-2BF81EF54D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93" y="2566182"/>
            <a:ext cx="449015" cy="4386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C2848A2-F5D3-BADE-87A1-5DBB90795E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00" y="404248"/>
            <a:ext cx="3243545" cy="143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701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2E8CE48-08DE-9DE0-91E5-6FFF965FD840}"/>
              </a:ext>
            </a:extLst>
          </p:cNvPr>
          <p:cNvSpPr txBox="1"/>
          <p:nvPr/>
        </p:nvSpPr>
        <p:spPr>
          <a:xfrm>
            <a:off x="909838" y="905116"/>
            <a:ext cx="5464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b="1">
                <a:solidFill>
                  <a:srgbClr val="0B4682"/>
                </a:solidFill>
                <a:latin typeface="Museo Sans 500" panose="02000000000000000000" pitchFamily="2" charset="77"/>
                <a:ea typeface="Verdana" charset="0"/>
                <a:cs typeface="Verdana" charset="0"/>
              </a:rPr>
              <a:t>Tabla de contenido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931EB35-6756-8AA2-3D51-7A013899B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06" y="958124"/>
            <a:ext cx="335531" cy="327798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2FAE47F1-CB49-5DDE-AFAB-E110A518D6E8}"/>
              </a:ext>
            </a:extLst>
          </p:cNvPr>
          <p:cNvSpPr txBox="1"/>
          <p:nvPr/>
        </p:nvSpPr>
        <p:spPr>
          <a:xfrm>
            <a:off x="1146380" y="1309441"/>
            <a:ext cx="9718136" cy="42034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s-ES">
                <a:solidFill>
                  <a:srgbClr val="084683"/>
                </a:solidFill>
                <a:latin typeface="Museo Sans 500" panose="02000000000000000000" pitchFamily="2" charset="77"/>
                <a:ea typeface="Verdana"/>
              </a:rPr>
              <a:t>1.	Información General</a:t>
            </a:r>
          </a:p>
          <a:p>
            <a:pPr>
              <a:lnSpc>
                <a:spcPct val="150000"/>
              </a:lnSpc>
            </a:pPr>
            <a:r>
              <a:rPr lang="es-ES">
                <a:solidFill>
                  <a:srgbClr val="084683"/>
                </a:solidFill>
                <a:latin typeface="Museo Sans 500" panose="02000000000000000000" pitchFamily="2" charset="77"/>
                <a:ea typeface="Verdana"/>
              </a:rPr>
              <a:t>2.	Características del Establecimiento</a:t>
            </a:r>
          </a:p>
          <a:p>
            <a:pPr>
              <a:lnSpc>
                <a:spcPct val="150000"/>
              </a:lnSpc>
            </a:pPr>
            <a:r>
              <a:rPr lang="es-ES">
                <a:solidFill>
                  <a:srgbClr val="084683"/>
                </a:solidFill>
                <a:latin typeface="Museo Sans 500" panose="02000000000000000000" pitchFamily="2" charset="77"/>
                <a:ea typeface="Verdana"/>
              </a:rPr>
              <a:t>3.	Indicadores de eficiencia interna</a:t>
            </a:r>
          </a:p>
          <a:p>
            <a:pPr>
              <a:lnSpc>
                <a:spcPct val="150000"/>
              </a:lnSpc>
            </a:pPr>
            <a:r>
              <a:rPr lang="es-ES">
                <a:solidFill>
                  <a:srgbClr val="084683"/>
                </a:solidFill>
                <a:latin typeface="Museo Sans 500"/>
                <a:ea typeface="Verdana"/>
              </a:rPr>
              <a:t>4.	Estado Financiero 2025</a:t>
            </a:r>
            <a:endParaRPr lang="es-ES">
              <a:solidFill>
                <a:srgbClr val="084683"/>
              </a:solidFill>
              <a:latin typeface="Museo Sans 500" panose="02000000000000000000" pitchFamily="2" charset="77"/>
              <a:ea typeface="Verdana"/>
            </a:endParaRPr>
          </a:p>
          <a:p>
            <a:pPr>
              <a:lnSpc>
                <a:spcPct val="150000"/>
              </a:lnSpc>
            </a:pPr>
            <a:r>
              <a:rPr lang="es-ES">
                <a:solidFill>
                  <a:srgbClr val="084683"/>
                </a:solidFill>
                <a:latin typeface="Museo Sans 500" panose="02000000000000000000" pitchFamily="2" charset="77"/>
                <a:ea typeface="Verdana"/>
              </a:rPr>
              <a:t>5.	Continuidad de estudios</a:t>
            </a:r>
          </a:p>
          <a:p>
            <a:pPr>
              <a:lnSpc>
                <a:spcPct val="150000"/>
              </a:lnSpc>
            </a:pPr>
            <a:r>
              <a:rPr lang="es-ES">
                <a:solidFill>
                  <a:srgbClr val="084683"/>
                </a:solidFill>
                <a:latin typeface="Museo Sans 500" panose="02000000000000000000" pitchFamily="2" charset="77"/>
                <a:ea typeface="Verdana"/>
              </a:rPr>
              <a:t>6.	Resultados Educativos</a:t>
            </a:r>
          </a:p>
          <a:p>
            <a:pPr>
              <a:lnSpc>
                <a:spcPct val="150000"/>
              </a:lnSpc>
            </a:pPr>
            <a:r>
              <a:rPr lang="es-ES">
                <a:solidFill>
                  <a:srgbClr val="084683"/>
                </a:solidFill>
                <a:latin typeface="Museo Sans 500" panose="02000000000000000000" pitchFamily="2" charset="77"/>
                <a:ea typeface="Verdana"/>
              </a:rPr>
              <a:t>7.	Desarrollo profesional</a:t>
            </a:r>
          </a:p>
          <a:p>
            <a:pPr>
              <a:lnSpc>
                <a:spcPct val="150000"/>
              </a:lnSpc>
            </a:pPr>
            <a:r>
              <a:rPr lang="es-ES">
                <a:solidFill>
                  <a:srgbClr val="084683"/>
                </a:solidFill>
                <a:latin typeface="Museo Sans 500" panose="02000000000000000000" pitchFamily="2" charset="77"/>
                <a:ea typeface="Verdana"/>
              </a:rPr>
              <a:t>8.	 Avances del Plan de Mejoramiento Educativo (PME)</a:t>
            </a:r>
          </a:p>
          <a:p>
            <a:pPr>
              <a:lnSpc>
                <a:spcPct val="150000"/>
              </a:lnSpc>
            </a:pPr>
            <a:r>
              <a:rPr lang="es-ES">
                <a:solidFill>
                  <a:srgbClr val="084683"/>
                </a:solidFill>
                <a:latin typeface="Museo Sans 500" panose="02000000000000000000" pitchFamily="2" charset="77"/>
                <a:ea typeface="Verdana"/>
              </a:rPr>
              <a:t>9.	 Otros logros y/o actividades del establecimiento en 2025</a:t>
            </a:r>
          </a:p>
          <a:p>
            <a:pPr>
              <a:lnSpc>
                <a:spcPct val="150000"/>
              </a:lnSpc>
            </a:pPr>
            <a:r>
              <a:rPr lang="es-ES">
                <a:solidFill>
                  <a:srgbClr val="084683"/>
                </a:solidFill>
                <a:latin typeface="Museo Sans 500" panose="02000000000000000000" pitchFamily="2" charset="77"/>
                <a:ea typeface="Verdana"/>
              </a:rPr>
              <a:t>10.	 Desafíos y proyección de funcionamiento 2026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0C15308-B2E7-3417-C6DA-9C93D81F33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279" y="241218"/>
            <a:ext cx="1911081" cy="9173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CA9BB6B-64A0-2DA0-2129-F41358BB0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8446" y="1912552"/>
            <a:ext cx="5034348" cy="503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0E1E0-84A3-D764-5438-B75AEC70D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F37847E3-FC6D-D1C0-4C84-3702433C8C9F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1C188AD-A057-EE05-F17C-58F5C67A57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1B66568-374B-9F84-88AA-4955D490F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A701BE99-E36E-4310-EE28-16A5720B8E04}"/>
              </a:ext>
            </a:extLst>
          </p:cNvPr>
          <p:cNvSpPr/>
          <p:nvPr/>
        </p:nvSpPr>
        <p:spPr>
          <a:xfrm>
            <a:off x="749638" y="1192576"/>
            <a:ext cx="560775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 panose="02000000000000000000" pitchFamily="2" charset="77"/>
              </a:rPr>
              <a:t>1. Información General</a:t>
            </a:r>
            <a:endParaRPr lang="es-ES_tradnl" sz="2200" b="1">
              <a:solidFill>
                <a:srgbClr val="084683"/>
              </a:solidFill>
              <a:latin typeface="Museo Sans 500" panose="02000000000000000000" pitchFamily="2" charset="77"/>
            </a:endParaRPr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E4166BEF-9844-38AD-72B3-1242D7261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767926"/>
              </p:ext>
            </p:extLst>
          </p:nvPr>
        </p:nvGraphicFramePr>
        <p:xfrm>
          <a:off x="591001" y="2233976"/>
          <a:ext cx="6504066" cy="3117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810">
                  <a:extLst>
                    <a:ext uri="{9D8B030D-6E8A-4147-A177-3AD203B41FA5}">
                      <a16:colId xmlns:a16="http://schemas.microsoft.com/office/drawing/2014/main" val="965015791"/>
                    </a:ext>
                  </a:extLst>
                </a:gridCol>
                <a:gridCol w="3739256">
                  <a:extLst>
                    <a:ext uri="{9D8B030D-6E8A-4147-A177-3AD203B41FA5}">
                      <a16:colId xmlns:a16="http://schemas.microsoft.com/office/drawing/2014/main" val="3061154457"/>
                    </a:ext>
                  </a:extLst>
                </a:gridCol>
              </a:tblGrid>
              <a:tr h="4398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Nombre del establecimiento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128004"/>
                  </a:ext>
                </a:extLst>
              </a:tr>
              <a:tr h="3363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RBD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121101"/>
                  </a:ext>
                </a:extLst>
              </a:tr>
              <a:tr h="3363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Dirección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3859767368"/>
                  </a:ext>
                </a:extLst>
              </a:tr>
              <a:tr h="3363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Contacto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133625"/>
                  </a:ext>
                </a:extLst>
              </a:tr>
              <a:tr h="3890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Director/a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781361019"/>
                  </a:ext>
                </a:extLst>
              </a:tr>
              <a:tr h="518819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Nombramiento Director/a Alta Dirección Pública (ADP)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11942"/>
                  </a:ext>
                </a:extLst>
              </a:tr>
              <a:tr h="6727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Año del ciclo de mejoramiento PME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354518685"/>
                  </a:ext>
                </a:extLst>
              </a:tr>
            </a:tbl>
          </a:graphicData>
        </a:graphic>
      </p:graphicFrame>
      <p:sp>
        <p:nvSpPr>
          <p:cNvPr id="18" name="Rectángulo 17">
            <a:extLst>
              <a:ext uri="{FF2B5EF4-FFF2-40B4-BE49-F238E27FC236}">
                <a16:creationId xmlns:a16="http://schemas.microsoft.com/office/drawing/2014/main" id="{AA74ABF4-70AC-D537-D7EC-A41337C14210}"/>
              </a:ext>
            </a:extLst>
          </p:cNvPr>
          <p:cNvSpPr/>
          <p:nvPr/>
        </p:nvSpPr>
        <p:spPr>
          <a:xfrm>
            <a:off x="7289321" y="5171"/>
            <a:ext cx="4901633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6947DF8-9759-41C9-11FE-30C5A79198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567" y="155108"/>
            <a:ext cx="1409415" cy="130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/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50796B-204C-AD1B-DA21-2DD19FF18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E915B8E-FBAC-1859-71F4-BCDB2C223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D23854D4-BF35-B548-ADA0-59AEF22ED202}"/>
              </a:ext>
            </a:extLst>
          </p:cNvPr>
          <p:cNvSpPr/>
          <p:nvPr/>
        </p:nvSpPr>
        <p:spPr>
          <a:xfrm>
            <a:off x="749638" y="1192576"/>
            <a:ext cx="560775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 panose="02000000000000000000" pitchFamily="2" charset="77"/>
              </a:rPr>
              <a:t>2. Características del Establecimiento</a:t>
            </a:r>
            <a:endParaRPr lang="es-ES_tradnl" sz="2200" b="1">
              <a:solidFill>
                <a:srgbClr val="084683"/>
              </a:solidFill>
              <a:latin typeface="Museo Sans 500" panose="02000000000000000000" pitchFamily="2" charset="77"/>
            </a:endParaRPr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DD910537-B877-56C7-D5C8-92D641FED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109392"/>
              </p:ext>
            </p:extLst>
          </p:nvPr>
        </p:nvGraphicFramePr>
        <p:xfrm>
          <a:off x="591001" y="2161078"/>
          <a:ext cx="5231664" cy="1347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409">
                  <a:extLst>
                    <a:ext uri="{9D8B030D-6E8A-4147-A177-3AD203B41FA5}">
                      <a16:colId xmlns:a16="http://schemas.microsoft.com/office/drawing/2014/main" val="965015791"/>
                    </a:ext>
                  </a:extLst>
                </a:gridCol>
                <a:gridCol w="3272255">
                  <a:extLst>
                    <a:ext uri="{9D8B030D-6E8A-4147-A177-3AD203B41FA5}">
                      <a16:colId xmlns:a16="http://schemas.microsoft.com/office/drawing/2014/main" val="3061154457"/>
                    </a:ext>
                  </a:extLst>
                </a:gridCol>
              </a:tblGrid>
              <a:tr h="338761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Visión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128004"/>
                  </a:ext>
                </a:extLst>
              </a:tr>
              <a:tr h="33639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Misión 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121101"/>
                  </a:ext>
                </a:extLst>
              </a:tr>
              <a:tr h="33639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Sellos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3859767368"/>
                  </a:ext>
                </a:extLst>
              </a:tr>
              <a:tr h="336390"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Perfil estudiantes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133625"/>
                  </a:ext>
                </a:extLst>
              </a:tr>
            </a:tbl>
          </a:graphicData>
        </a:graphic>
      </p:graphicFrame>
      <p:sp>
        <p:nvSpPr>
          <p:cNvPr id="18" name="Rectángulo 17">
            <a:extLst>
              <a:ext uri="{FF2B5EF4-FFF2-40B4-BE49-F238E27FC236}">
                <a16:creationId xmlns:a16="http://schemas.microsoft.com/office/drawing/2014/main" id="{29243145-3CBC-058C-6422-F7D46C4F17C5}"/>
              </a:ext>
            </a:extLst>
          </p:cNvPr>
          <p:cNvSpPr/>
          <p:nvPr/>
        </p:nvSpPr>
        <p:spPr>
          <a:xfrm>
            <a:off x="7289321" y="5171"/>
            <a:ext cx="4901633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</p:spTree>
    <p:extLst>
      <p:ext uri="{BB962C8B-B14F-4D97-AF65-F5344CB8AC3E}">
        <p14:creationId xmlns:p14="http://schemas.microsoft.com/office/powerpoint/2010/main" val="1559807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A2F8F-365B-27BF-7B1C-66DFFBD56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69A79106-AB9E-5653-085F-B61BF8F0B1BC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8DC508-62B6-CEDC-EE02-86C87C7EB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25" y="1002660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0E3C0C2-25D7-EF0B-EAD4-8C7C175133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FB7C07D9-E803-C381-BDF7-14169EB29A70}"/>
              </a:ext>
            </a:extLst>
          </p:cNvPr>
          <p:cNvSpPr/>
          <p:nvPr/>
        </p:nvSpPr>
        <p:spPr>
          <a:xfrm>
            <a:off x="821042" y="963632"/>
            <a:ext cx="560775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 panose="02000000000000000000" pitchFamily="2" charset="77"/>
              </a:rPr>
              <a:t>3. Indicadores de eficiencia interna</a:t>
            </a:r>
            <a:endParaRPr lang="es-ES_tradnl" sz="2200" b="1">
              <a:solidFill>
                <a:srgbClr val="084683"/>
              </a:solidFill>
              <a:latin typeface="Museo Sans 500" panose="02000000000000000000" pitchFamily="2" charset="77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F3A8264-2550-C298-8065-3C16AEE63391}"/>
              </a:ext>
            </a:extLst>
          </p:cNvPr>
          <p:cNvSpPr/>
          <p:nvPr/>
        </p:nvSpPr>
        <p:spPr>
          <a:xfrm>
            <a:off x="8415867" y="5171"/>
            <a:ext cx="3775087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39934C4-70EB-7E35-BD43-8C30C5BDC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638634"/>
              </p:ext>
            </p:extLst>
          </p:nvPr>
        </p:nvGraphicFramePr>
        <p:xfrm>
          <a:off x="496625" y="1472562"/>
          <a:ext cx="7597452" cy="4643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081">
                  <a:extLst>
                    <a:ext uri="{9D8B030D-6E8A-4147-A177-3AD203B41FA5}">
                      <a16:colId xmlns:a16="http://schemas.microsoft.com/office/drawing/2014/main" val="3052825146"/>
                    </a:ext>
                  </a:extLst>
                </a:gridCol>
                <a:gridCol w="880423">
                  <a:extLst>
                    <a:ext uri="{9D8B030D-6E8A-4147-A177-3AD203B41FA5}">
                      <a16:colId xmlns:a16="http://schemas.microsoft.com/office/drawing/2014/main" val="3182225586"/>
                    </a:ext>
                  </a:extLst>
                </a:gridCol>
                <a:gridCol w="946460">
                  <a:extLst>
                    <a:ext uri="{9D8B030D-6E8A-4147-A177-3AD203B41FA5}">
                      <a16:colId xmlns:a16="http://schemas.microsoft.com/office/drawing/2014/main" val="1330097333"/>
                    </a:ext>
                  </a:extLst>
                </a:gridCol>
                <a:gridCol w="643480">
                  <a:extLst>
                    <a:ext uri="{9D8B030D-6E8A-4147-A177-3AD203B41FA5}">
                      <a16:colId xmlns:a16="http://schemas.microsoft.com/office/drawing/2014/main" val="869206369"/>
                    </a:ext>
                  </a:extLst>
                </a:gridCol>
                <a:gridCol w="1099453">
                  <a:extLst>
                    <a:ext uri="{9D8B030D-6E8A-4147-A177-3AD203B41FA5}">
                      <a16:colId xmlns:a16="http://schemas.microsoft.com/office/drawing/2014/main" val="3179659942"/>
                    </a:ext>
                  </a:extLst>
                </a:gridCol>
                <a:gridCol w="957339">
                  <a:extLst>
                    <a:ext uri="{9D8B030D-6E8A-4147-A177-3AD203B41FA5}">
                      <a16:colId xmlns:a16="http://schemas.microsoft.com/office/drawing/2014/main" val="3392795475"/>
                    </a:ext>
                  </a:extLst>
                </a:gridCol>
                <a:gridCol w="1506216">
                  <a:extLst>
                    <a:ext uri="{9D8B030D-6E8A-4147-A177-3AD203B41FA5}">
                      <a16:colId xmlns:a16="http://schemas.microsoft.com/office/drawing/2014/main" val="870836631"/>
                    </a:ext>
                  </a:extLst>
                </a:gridCol>
              </a:tblGrid>
              <a:tr h="258187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b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</a:b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Estudiantes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Número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Total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Porcentaje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Observaciones Adicionales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875137"/>
                  </a:ext>
                </a:extLst>
              </a:tr>
              <a:tr h="36576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Mujeres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Hombres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Hombres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Mujeres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 anchor="ctr"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247158"/>
                  </a:ext>
                </a:extLst>
              </a:tr>
              <a:tr h="25818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Matriculados 2025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483732642"/>
                  </a:ext>
                </a:extLst>
              </a:tr>
              <a:tr h="5163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N° estudiantes aprobados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494975"/>
                  </a:ext>
                </a:extLst>
              </a:tr>
              <a:tr h="5163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N° de estudiantes reprobados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2848501594"/>
                  </a:ext>
                </a:extLst>
              </a:tr>
              <a:tr h="5163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 err="1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N°</a:t>
                      </a: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 de estudiantes retirados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316007"/>
                  </a:ext>
                </a:extLst>
              </a:tr>
              <a:tr h="51637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N° de estudiantes revinculados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tx1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chemeClr val="tx1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2531712298"/>
                  </a:ext>
                </a:extLst>
              </a:tr>
            </a:tbl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0F266C36-04D6-D314-11FF-6D7C43BD59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43" y="-24772"/>
            <a:ext cx="1412829" cy="138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471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A564B-D4A9-BA2B-DA71-151146CC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A70C06B4-A008-9080-3FF3-CE32B226A14D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2B802E-59D0-23F4-0828-7D04B0785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AB5A062-1BD9-323A-AA40-3621D9DD31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96ACC0D-7D75-8D8A-B4C0-7FDBF8316752}"/>
              </a:ext>
            </a:extLst>
          </p:cNvPr>
          <p:cNvSpPr/>
          <p:nvPr/>
        </p:nvSpPr>
        <p:spPr>
          <a:xfrm>
            <a:off x="749638" y="1192576"/>
            <a:ext cx="560775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 panose="02000000000000000000" pitchFamily="2" charset="77"/>
              </a:rPr>
              <a:t>4. Estado Financiero 2025</a:t>
            </a:r>
            <a:endParaRPr lang="es-ES_tradnl" sz="2200" b="1">
              <a:solidFill>
                <a:srgbClr val="084683"/>
              </a:solidFill>
              <a:latin typeface="Museo Sans 500" panose="02000000000000000000" pitchFamily="2" charset="77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A2F9B2A-3BCB-58B2-452B-B32EE187F761}"/>
              </a:ext>
            </a:extLst>
          </p:cNvPr>
          <p:cNvSpPr/>
          <p:nvPr/>
        </p:nvSpPr>
        <p:spPr>
          <a:xfrm>
            <a:off x="8415867" y="5171"/>
            <a:ext cx="3775087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8B5304A-7657-518C-5CE9-560A6F259B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645846"/>
              </p:ext>
            </p:extLst>
          </p:nvPr>
        </p:nvGraphicFramePr>
        <p:xfrm>
          <a:off x="557876" y="1937081"/>
          <a:ext cx="7596603" cy="39196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55127">
                  <a:extLst>
                    <a:ext uri="{9D8B030D-6E8A-4147-A177-3AD203B41FA5}">
                      <a16:colId xmlns:a16="http://schemas.microsoft.com/office/drawing/2014/main" val="4161498493"/>
                    </a:ext>
                  </a:extLst>
                </a:gridCol>
                <a:gridCol w="2720738">
                  <a:extLst>
                    <a:ext uri="{9D8B030D-6E8A-4147-A177-3AD203B41FA5}">
                      <a16:colId xmlns:a16="http://schemas.microsoft.com/office/drawing/2014/main" val="3966615778"/>
                    </a:ext>
                  </a:extLst>
                </a:gridCol>
                <a:gridCol w="2720738">
                  <a:extLst>
                    <a:ext uri="{9D8B030D-6E8A-4147-A177-3AD203B41FA5}">
                      <a16:colId xmlns:a16="http://schemas.microsoft.com/office/drawing/2014/main" val="498758951"/>
                    </a:ext>
                  </a:extLst>
                </a:gridCol>
              </a:tblGrid>
              <a:tr h="218050">
                <a:tc rowSpan="9"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B4682"/>
                          </a:solidFill>
                          <a:latin typeface="Museo Sans 500"/>
                          <a:ea typeface="+mn-ea"/>
                          <a:cs typeface="+mn-cs"/>
                        </a:rPr>
                        <a:t>Ingresos</a:t>
                      </a:r>
                      <a:endParaRPr lang="es-CL" sz="1400" b="0" kern="1200">
                        <a:solidFill>
                          <a:srgbClr val="0B4682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 err="1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Subv</a:t>
                      </a: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. General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209131"/>
                  </a:ext>
                </a:extLst>
              </a:tr>
              <a:tr h="252302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SEP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endParaRPr lang="es-CL" sz="1000">
                        <a:solidFill>
                          <a:srgbClr val="4C483D"/>
                        </a:solidFill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6507469"/>
                  </a:ext>
                </a:extLst>
              </a:tr>
              <a:tr h="2180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PIE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s-CL" sz="1000">
                        <a:solidFill>
                          <a:srgbClr val="4C483D"/>
                        </a:solidFill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701727"/>
                  </a:ext>
                </a:extLst>
              </a:tr>
              <a:tr h="2180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 err="1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Pro-retención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endParaRPr lang="es-CL" sz="1000">
                        <a:solidFill>
                          <a:srgbClr val="4C483D"/>
                        </a:solidFill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976088"/>
                  </a:ext>
                </a:extLst>
              </a:tr>
              <a:tr h="2180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BDL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endParaRPr lang="es-CL" sz="1000">
                        <a:solidFill>
                          <a:srgbClr val="4C483D"/>
                        </a:solidFill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87619"/>
                  </a:ext>
                </a:extLst>
              </a:tr>
              <a:tr h="2180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BRP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endParaRPr lang="es-CL" sz="1000">
                        <a:solidFill>
                          <a:srgbClr val="4C483D"/>
                        </a:solidFill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853994"/>
                  </a:ext>
                </a:extLst>
              </a:tr>
              <a:tr h="2180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Mantenimiento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endParaRPr lang="es-CL" sz="1000">
                        <a:solidFill>
                          <a:srgbClr val="4C483D"/>
                        </a:solidFill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455793"/>
                  </a:ext>
                </a:extLst>
              </a:tr>
              <a:tr h="2180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ACAP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endParaRPr lang="es-CL" sz="1000">
                        <a:solidFill>
                          <a:srgbClr val="4C483D"/>
                        </a:solidFill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586975"/>
                  </a:ext>
                </a:extLst>
              </a:tr>
              <a:tr h="2180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SNED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endParaRPr lang="es-CL" sz="1000">
                        <a:solidFill>
                          <a:srgbClr val="4C483D"/>
                        </a:solidFill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271125"/>
                  </a:ext>
                </a:extLst>
              </a:tr>
              <a:tr h="536617">
                <a:tc gridSpan="2"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bg1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r>
                        <a:rPr lang="es-ES" sz="1400" b="0" kern="1200">
                          <a:solidFill>
                            <a:srgbClr val="0B4682"/>
                          </a:solidFill>
                          <a:latin typeface="Museo Sans 500"/>
                          <a:ea typeface="+mn-ea"/>
                          <a:cs typeface="+mn-cs"/>
                        </a:rPr>
                        <a:t>Total ingresos </a:t>
                      </a:r>
                      <a:endParaRPr lang="es-CL" sz="1400" b="0" kern="1200">
                        <a:solidFill>
                          <a:srgbClr val="0B4682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endParaRPr lang="es-CL" sz="1000">
                        <a:solidFill>
                          <a:srgbClr val="4C483D"/>
                        </a:solidFill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905657"/>
                  </a:ext>
                </a:extLst>
              </a:tr>
              <a:tr h="218050">
                <a:tc rowSpan="3"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r>
                        <a:rPr lang="es-ES" sz="1400" b="0" kern="1200">
                          <a:solidFill>
                            <a:srgbClr val="0B4682"/>
                          </a:solidFill>
                          <a:latin typeface="Museo Sans 500"/>
                          <a:ea typeface="+mn-ea"/>
                          <a:cs typeface="+mn-cs"/>
                        </a:rPr>
                        <a:t>Gastos</a:t>
                      </a:r>
                      <a:endParaRPr lang="es-CL" sz="1400" b="0" kern="1200">
                        <a:solidFill>
                          <a:srgbClr val="0B4682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Subtitulo 21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endParaRPr lang="es-CL" sz="1000">
                        <a:solidFill>
                          <a:srgbClr val="4C483D"/>
                        </a:solidFill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732668"/>
                  </a:ext>
                </a:extLst>
              </a:tr>
              <a:tr h="21805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Subtitulo 22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endParaRPr lang="es-CL" sz="1000">
                        <a:solidFill>
                          <a:srgbClr val="4C483D"/>
                        </a:solidFill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498752"/>
                  </a:ext>
                </a:extLst>
              </a:tr>
              <a:tr h="32923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Subtitulo 29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endParaRPr lang="es-CL" sz="1000">
                        <a:solidFill>
                          <a:srgbClr val="4C483D"/>
                        </a:solidFill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277854"/>
                  </a:ext>
                </a:extLst>
              </a:tr>
              <a:tr h="621048">
                <a:tc gridSpan="2"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chemeClr val="bg1"/>
                          </a:solidFill>
                          <a:latin typeface="Museo Sans 500"/>
                          <a:ea typeface="+mn-ea"/>
                          <a:cs typeface="+mn-cs"/>
                        </a:rPr>
                        <a:t> </a:t>
                      </a:r>
                      <a:r>
                        <a:rPr lang="es-ES" sz="1400" b="0" kern="1200">
                          <a:solidFill>
                            <a:srgbClr val="0B4682"/>
                          </a:solidFill>
                          <a:latin typeface="Museo Sans 500"/>
                          <a:ea typeface="+mn-ea"/>
                          <a:cs typeface="+mn-cs"/>
                        </a:rPr>
                        <a:t>Total Gastos</a:t>
                      </a:r>
                      <a:endParaRPr lang="es-CL" sz="1400" b="0" kern="1200">
                        <a:solidFill>
                          <a:srgbClr val="0B4682"/>
                        </a:solidFill>
                        <a:latin typeface="Museo Sans 500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600"/>
                        </a:spcAft>
                        <a:buNone/>
                      </a:pPr>
                      <a:endParaRPr lang="es-CL" sz="1000">
                        <a:solidFill>
                          <a:srgbClr val="4C483D"/>
                        </a:solidFill>
                        <a:effectLst/>
                        <a:latin typeface="Garamond" panose="02020404030301010803" pitchFamily="18" charset="0"/>
                        <a:ea typeface="Garamond" panose="02020404030301010803" pitchFamily="18" charset="0"/>
                        <a:cs typeface="Garamond" panose="02020404030301010803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773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948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D26F1-8B13-AD24-EA9E-A7848362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21A2924C-D861-7FCA-6445-3CC7B89F8868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185E510-CE4B-46B3-4E16-C8FACDD74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7A6D43C-C10F-FEE7-77B8-52C0AAAEC1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249DACDC-70F8-F710-6BF3-39CD6E88A8A1}"/>
              </a:ext>
            </a:extLst>
          </p:cNvPr>
          <p:cNvSpPr/>
          <p:nvPr/>
        </p:nvSpPr>
        <p:spPr>
          <a:xfrm>
            <a:off x="749638" y="1192576"/>
            <a:ext cx="560775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 panose="02000000000000000000" pitchFamily="2" charset="77"/>
              </a:rPr>
              <a:t>5. Continuidad de estudios</a:t>
            </a:r>
            <a:endParaRPr lang="es-ES_tradnl" sz="2200" b="1">
              <a:solidFill>
                <a:srgbClr val="084683"/>
              </a:solidFill>
              <a:latin typeface="Museo Sans 500" panose="02000000000000000000" pitchFamily="2" charset="77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0AD7AAE-02B4-56F3-B2C2-0A501F744BA4}"/>
              </a:ext>
            </a:extLst>
          </p:cNvPr>
          <p:cNvSpPr/>
          <p:nvPr/>
        </p:nvSpPr>
        <p:spPr>
          <a:xfrm>
            <a:off x="8415867" y="5171"/>
            <a:ext cx="3775087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BB4F548-284D-14D2-B2FD-17FA7C807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989051"/>
              </p:ext>
            </p:extLst>
          </p:nvPr>
        </p:nvGraphicFramePr>
        <p:xfrm>
          <a:off x="479748" y="1988544"/>
          <a:ext cx="7553002" cy="2647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815">
                  <a:extLst>
                    <a:ext uri="{9D8B030D-6E8A-4147-A177-3AD203B41FA5}">
                      <a16:colId xmlns:a16="http://schemas.microsoft.com/office/drawing/2014/main" val="4214690748"/>
                    </a:ext>
                  </a:extLst>
                </a:gridCol>
                <a:gridCol w="884898">
                  <a:extLst>
                    <a:ext uri="{9D8B030D-6E8A-4147-A177-3AD203B41FA5}">
                      <a16:colId xmlns:a16="http://schemas.microsoft.com/office/drawing/2014/main" val="2944291606"/>
                    </a:ext>
                  </a:extLst>
                </a:gridCol>
                <a:gridCol w="941030">
                  <a:extLst>
                    <a:ext uri="{9D8B030D-6E8A-4147-A177-3AD203B41FA5}">
                      <a16:colId xmlns:a16="http://schemas.microsoft.com/office/drawing/2014/main" val="3547842484"/>
                    </a:ext>
                  </a:extLst>
                </a:gridCol>
                <a:gridCol w="619099">
                  <a:extLst>
                    <a:ext uri="{9D8B030D-6E8A-4147-A177-3AD203B41FA5}">
                      <a16:colId xmlns:a16="http://schemas.microsoft.com/office/drawing/2014/main" val="2001519071"/>
                    </a:ext>
                  </a:extLst>
                </a:gridCol>
                <a:gridCol w="941030">
                  <a:extLst>
                    <a:ext uri="{9D8B030D-6E8A-4147-A177-3AD203B41FA5}">
                      <a16:colId xmlns:a16="http://schemas.microsoft.com/office/drawing/2014/main" val="951830562"/>
                    </a:ext>
                  </a:extLst>
                </a:gridCol>
                <a:gridCol w="870039">
                  <a:extLst>
                    <a:ext uri="{9D8B030D-6E8A-4147-A177-3AD203B41FA5}">
                      <a16:colId xmlns:a16="http://schemas.microsoft.com/office/drawing/2014/main" val="2525291792"/>
                    </a:ext>
                  </a:extLst>
                </a:gridCol>
                <a:gridCol w="1494091">
                  <a:extLst>
                    <a:ext uri="{9D8B030D-6E8A-4147-A177-3AD203B41FA5}">
                      <a16:colId xmlns:a16="http://schemas.microsoft.com/office/drawing/2014/main" val="2898871740"/>
                    </a:ext>
                  </a:extLst>
                </a:gridCol>
              </a:tblGrid>
              <a:tr h="300359">
                <a:tc rowSpan="2"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Estudiantes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Número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Total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Porcentaje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Observaciones Adicionales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38601"/>
                  </a:ext>
                </a:extLst>
              </a:tr>
              <a:tr h="750897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Mujeres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Hombres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Hombres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Mujeres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214678"/>
                  </a:ext>
                </a:extLst>
              </a:tr>
              <a:tr h="1595782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07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 err="1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N°</a:t>
                      </a: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 de estudiantes que ingresaron a la educación superior.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1514990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8005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B6AD5-36A6-932A-BE84-5F36B09A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2FA3CDDF-52F8-C881-01D6-A1C35156AFF9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7CEA35-0989-C670-9A9E-AF73DD8166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42A5B6C-9483-F720-70C2-06CED81C2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A202BC9-30C7-D00E-EA46-7F13D9A12530}"/>
              </a:ext>
            </a:extLst>
          </p:cNvPr>
          <p:cNvSpPr/>
          <p:nvPr/>
        </p:nvSpPr>
        <p:spPr>
          <a:xfrm>
            <a:off x="749638" y="1192576"/>
            <a:ext cx="56077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 panose="02000000000000000000" pitchFamily="2" charset="77"/>
              </a:rPr>
              <a:t>6. Resultados Educativos</a:t>
            </a:r>
          </a:p>
          <a:p>
            <a:endParaRPr lang="es-CL" sz="2200" b="1">
              <a:solidFill>
                <a:srgbClr val="084683"/>
              </a:solidFill>
              <a:latin typeface="Museo Sans 500" panose="02000000000000000000" pitchFamily="2" charset="77"/>
            </a:endParaRPr>
          </a:p>
          <a:p>
            <a:r>
              <a:rPr lang="es-ES_tradnl" b="1">
                <a:solidFill>
                  <a:srgbClr val="084683"/>
                </a:solidFill>
                <a:latin typeface="Museo Sans 500" panose="02000000000000000000" pitchFamily="2" charset="77"/>
              </a:rPr>
              <a:t>SIMCE 2025 Educación básica: </a:t>
            </a:r>
            <a:r>
              <a:rPr lang="es-ES_tradnl" b="1" u="sng">
                <a:solidFill>
                  <a:srgbClr val="084683"/>
                </a:solidFill>
                <a:latin typeface="Museo Sans 500" panose="02000000000000000000" pitchFamily="2" charset="77"/>
              </a:rPr>
              <a:t>4° básico</a:t>
            </a:r>
          </a:p>
          <a:p>
            <a:endParaRPr lang="es-ES_tradnl" sz="2200" b="1">
              <a:solidFill>
                <a:srgbClr val="084683"/>
              </a:solidFill>
              <a:latin typeface="Museo Sans 500" panose="02000000000000000000" pitchFamily="2" charset="77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8BF287A-9F91-9161-AA6B-E5F223BF7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608236"/>
              </p:ext>
            </p:extLst>
          </p:nvPr>
        </p:nvGraphicFramePr>
        <p:xfrm>
          <a:off x="317667" y="2577571"/>
          <a:ext cx="6416962" cy="225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446">
                  <a:extLst>
                    <a:ext uri="{9D8B030D-6E8A-4147-A177-3AD203B41FA5}">
                      <a16:colId xmlns:a16="http://schemas.microsoft.com/office/drawing/2014/main" val="203632303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657458551"/>
                    </a:ext>
                  </a:extLst>
                </a:gridCol>
                <a:gridCol w="1509486">
                  <a:extLst>
                    <a:ext uri="{9D8B030D-6E8A-4147-A177-3AD203B41FA5}">
                      <a16:colId xmlns:a16="http://schemas.microsoft.com/office/drawing/2014/main" val="1525629076"/>
                    </a:ext>
                  </a:extLst>
                </a:gridCol>
                <a:gridCol w="1146629">
                  <a:extLst>
                    <a:ext uri="{9D8B030D-6E8A-4147-A177-3AD203B41FA5}">
                      <a16:colId xmlns:a16="http://schemas.microsoft.com/office/drawing/2014/main" val="2673893474"/>
                    </a:ext>
                  </a:extLst>
                </a:gridCol>
                <a:gridCol w="1262744">
                  <a:extLst>
                    <a:ext uri="{9D8B030D-6E8A-4147-A177-3AD203B41FA5}">
                      <a16:colId xmlns:a16="http://schemas.microsoft.com/office/drawing/2014/main" val="3635440141"/>
                    </a:ext>
                  </a:extLst>
                </a:gridCol>
              </a:tblGrid>
              <a:tr h="733188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Nivel: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Puntaje promedio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Estándares de Aprendizaje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217795"/>
                  </a:ext>
                </a:extLst>
              </a:tr>
              <a:tr h="41318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Adecuado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Elemental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Insuficiente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1493825337"/>
                  </a:ext>
                </a:extLst>
              </a:tr>
              <a:tr h="5808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 Lectura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540416"/>
                  </a:ext>
                </a:extLst>
              </a:tr>
              <a:tr h="5263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Matemática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09340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2088787-998D-C6D0-1919-CD7B9E8FD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42489"/>
              </p:ext>
            </p:extLst>
          </p:nvPr>
        </p:nvGraphicFramePr>
        <p:xfrm>
          <a:off x="7484267" y="1279448"/>
          <a:ext cx="3803650" cy="4802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117">
                  <a:extLst>
                    <a:ext uri="{9D8B030D-6E8A-4147-A177-3AD203B41FA5}">
                      <a16:colId xmlns:a16="http://schemas.microsoft.com/office/drawing/2014/main" val="2167376128"/>
                    </a:ext>
                  </a:extLst>
                </a:gridCol>
                <a:gridCol w="2099533">
                  <a:extLst>
                    <a:ext uri="{9D8B030D-6E8A-4147-A177-3AD203B41FA5}">
                      <a16:colId xmlns:a16="http://schemas.microsoft.com/office/drawing/2014/main" val="3681417673"/>
                    </a:ext>
                  </a:extLst>
                </a:gridCol>
              </a:tblGrid>
              <a:tr h="580620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Indicadores de Desarrollo Personal y Social (IDPS)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049628"/>
                  </a:ext>
                </a:extLst>
              </a:tr>
              <a:tr h="12770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Autoestima académica y motivación escolar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828152"/>
                  </a:ext>
                </a:extLst>
              </a:tr>
              <a:tr h="11818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Clima de convivencia escolar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517034"/>
                  </a:ext>
                </a:extLst>
              </a:tr>
              <a:tr h="11818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Participación y formación ciudadana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947859"/>
                  </a:ext>
                </a:extLst>
              </a:tr>
              <a:tr h="5806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Hábitos de vida saludable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975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6542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30CF8-CD95-AAF6-E353-22E3C654C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DF8FFB6C-E665-CF1B-125B-E038CE107B0F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EBDFC9-381E-672E-E764-7AA946C2D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21782D8-5764-ECDB-8AC7-C6F994877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DFF5C8E3-EC7B-E16C-7854-7E3948E32E1A}"/>
              </a:ext>
            </a:extLst>
          </p:cNvPr>
          <p:cNvSpPr/>
          <p:nvPr/>
        </p:nvSpPr>
        <p:spPr>
          <a:xfrm>
            <a:off x="749638" y="1192576"/>
            <a:ext cx="56077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 panose="02000000000000000000" pitchFamily="2" charset="77"/>
              </a:rPr>
              <a:t>6. Resultados Educativos</a:t>
            </a:r>
          </a:p>
          <a:p>
            <a:endParaRPr lang="es-CL" sz="2200" b="1">
              <a:solidFill>
                <a:srgbClr val="084683"/>
              </a:solidFill>
              <a:latin typeface="Museo Sans 500" panose="02000000000000000000" pitchFamily="2" charset="77"/>
            </a:endParaRPr>
          </a:p>
          <a:p>
            <a:r>
              <a:rPr lang="es-ES_tradnl" b="1">
                <a:solidFill>
                  <a:srgbClr val="084683"/>
                </a:solidFill>
                <a:latin typeface="Museo Sans 500" panose="02000000000000000000" pitchFamily="2" charset="77"/>
              </a:rPr>
              <a:t>SIMCE 2025 Educación básica: </a:t>
            </a:r>
            <a:r>
              <a:rPr lang="es-ES_tradnl" b="1" u="sng">
                <a:solidFill>
                  <a:srgbClr val="084683"/>
                </a:solidFill>
                <a:latin typeface="Museo Sans 500" panose="02000000000000000000" pitchFamily="2" charset="77"/>
              </a:rPr>
              <a:t>8° básico</a:t>
            </a:r>
          </a:p>
          <a:p>
            <a:endParaRPr lang="es-ES_tradnl" sz="2200" b="1">
              <a:solidFill>
                <a:srgbClr val="084683"/>
              </a:solidFill>
              <a:latin typeface="Museo Sans 500" panose="02000000000000000000" pitchFamily="2" charset="77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9DEABE1-0D9D-358C-AED8-1C8B060B010A}"/>
              </a:ext>
            </a:extLst>
          </p:cNvPr>
          <p:cNvGraphicFramePr>
            <a:graphicFrameLocks noGrp="1"/>
          </p:cNvGraphicFramePr>
          <p:nvPr/>
        </p:nvGraphicFramePr>
        <p:xfrm>
          <a:off x="317667" y="2577571"/>
          <a:ext cx="6416962" cy="225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446">
                  <a:extLst>
                    <a:ext uri="{9D8B030D-6E8A-4147-A177-3AD203B41FA5}">
                      <a16:colId xmlns:a16="http://schemas.microsoft.com/office/drawing/2014/main" val="203632303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657458551"/>
                    </a:ext>
                  </a:extLst>
                </a:gridCol>
                <a:gridCol w="1509486">
                  <a:extLst>
                    <a:ext uri="{9D8B030D-6E8A-4147-A177-3AD203B41FA5}">
                      <a16:colId xmlns:a16="http://schemas.microsoft.com/office/drawing/2014/main" val="1525629076"/>
                    </a:ext>
                  </a:extLst>
                </a:gridCol>
                <a:gridCol w="1146629">
                  <a:extLst>
                    <a:ext uri="{9D8B030D-6E8A-4147-A177-3AD203B41FA5}">
                      <a16:colId xmlns:a16="http://schemas.microsoft.com/office/drawing/2014/main" val="2673893474"/>
                    </a:ext>
                  </a:extLst>
                </a:gridCol>
                <a:gridCol w="1262744">
                  <a:extLst>
                    <a:ext uri="{9D8B030D-6E8A-4147-A177-3AD203B41FA5}">
                      <a16:colId xmlns:a16="http://schemas.microsoft.com/office/drawing/2014/main" val="3635440141"/>
                    </a:ext>
                  </a:extLst>
                </a:gridCol>
              </a:tblGrid>
              <a:tr h="733188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Nivel: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Puntaje promedio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Estándares de Aprendizaje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217795"/>
                  </a:ext>
                </a:extLst>
              </a:tr>
              <a:tr h="41318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Adecuado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Elemental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Insuficiente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1493825337"/>
                  </a:ext>
                </a:extLst>
              </a:tr>
              <a:tr h="5808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 Lectura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540416"/>
                  </a:ext>
                </a:extLst>
              </a:tr>
              <a:tr h="5263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Matemática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09340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4223684-ECD2-5CEE-DA49-B003ABF21C07}"/>
              </a:ext>
            </a:extLst>
          </p:cNvPr>
          <p:cNvGraphicFramePr>
            <a:graphicFrameLocks noGrp="1"/>
          </p:cNvGraphicFramePr>
          <p:nvPr/>
        </p:nvGraphicFramePr>
        <p:xfrm>
          <a:off x="7484267" y="1279448"/>
          <a:ext cx="3803650" cy="4802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117">
                  <a:extLst>
                    <a:ext uri="{9D8B030D-6E8A-4147-A177-3AD203B41FA5}">
                      <a16:colId xmlns:a16="http://schemas.microsoft.com/office/drawing/2014/main" val="2167376128"/>
                    </a:ext>
                  </a:extLst>
                </a:gridCol>
                <a:gridCol w="2099533">
                  <a:extLst>
                    <a:ext uri="{9D8B030D-6E8A-4147-A177-3AD203B41FA5}">
                      <a16:colId xmlns:a16="http://schemas.microsoft.com/office/drawing/2014/main" val="3681417673"/>
                    </a:ext>
                  </a:extLst>
                </a:gridCol>
              </a:tblGrid>
              <a:tr h="580620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Indicadores de Desarrollo Personal y Social (IDPS)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049628"/>
                  </a:ext>
                </a:extLst>
              </a:tr>
              <a:tr h="12770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Autoestima académica y motivación escolar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828152"/>
                  </a:ext>
                </a:extLst>
              </a:tr>
              <a:tr h="11818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Clima de convivencia escolar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517034"/>
                  </a:ext>
                </a:extLst>
              </a:tr>
              <a:tr h="11818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Participación y formación ciudadana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947859"/>
                  </a:ext>
                </a:extLst>
              </a:tr>
              <a:tr h="5806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Hábitos de vida saludable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975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29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20BFC-7F66-60B6-D696-77294BAF9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028F9C96-0B6D-5B3E-244E-DBFAD38C9B88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7A1D94-69AC-3BB8-D78F-BE3192B2F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847DC71-AC33-E69F-BDA2-3463F915B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DF0F4054-4220-EA07-8E2C-C65F980D1880}"/>
              </a:ext>
            </a:extLst>
          </p:cNvPr>
          <p:cNvSpPr/>
          <p:nvPr/>
        </p:nvSpPr>
        <p:spPr>
          <a:xfrm>
            <a:off x="749638" y="1192576"/>
            <a:ext cx="56077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sz="2200" b="1">
                <a:solidFill>
                  <a:srgbClr val="084683"/>
                </a:solidFill>
                <a:latin typeface="Museo Sans 500" panose="02000000000000000000" pitchFamily="2" charset="77"/>
              </a:rPr>
              <a:t>6. Resultados Educativos</a:t>
            </a:r>
          </a:p>
          <a:p>
            <a:endParaRPr lang="es-CL" sz="2200" b="1">
              <a:solidFill>
                <a:srgbClr val="084683"/>
              </a:solidFill>
              <a:latin typeface="Museo Sans 500" panose="02000000000000000000" pitchFamily="2" charset="77"/>
            </a:endParaRPr>
          </a:p>
          <a:p>
            <a:r>
              <a:rPr lang="es-ES_tradnl" b="1">
                <a:solidFill>
                  <a:srgbClr val="084683"/>
                </a:solidFill>
                <a:latin typeface="Museo Sans 500" panose="02000000000000000000" pitchFamily="2" charset="77"/>
              </a:rPr>
              <a:t>SIMCE 2025 Educación media: </a:t>
            </a:r>
            <a:r>
              <a:rPr lang="es-ES_tradnl" b="1" err="1">
                <a:solidFill>
                  <a:srgbClr val="084683"/>
                </a:solidFill>
                <a:latin typeface="Museo Sans 500" panose="02000000000000000000" pitchFamily="2" charset="77"/>
              </a:rPr>
              <a:t>II</a:t>
            </a:r>
            <a:r>
              <a:rPr lang="es-ES_tradnl" b="1" u="sng" err="1">
                <a:solidFill>
                  <a:srgbClr val="084683"/>
                </a:solidFill>
                <a:latin typeface="Museo Sans 500" panose="02000000000000000000" pitchFamily="2" charset="77"/>
              </a:rPr>
              <a:t>°</a:t>
            </a:r>
            <a:r>
              <a:rPr lang="es-ES_tradnl" b="1" u="sng">
                <a:solidFill>
                  <a:srgbClr val="084683"/>
                </a:solidFill>
                <a:latin typeface="Museo Sans 500" panose="02000000000000000000" pitchFamily="2" charset="77"/>
              </a:rPr>
              <a:t> medio</a:t>
            </a:r>
          </a:p>
          <a:p>
            <a:endParaRPr lang="es-ES_tradnl" sz="2200" b="1">
              <a:solidFill>
                <a:srgbClr val="084683"/>
              </a:solidFill>
              <a:latin typeface="Museo Sans 500" panose="02000000000000000000" pitchFamily="2" charset="77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03F67B6-7C34-CB6E-A506-6FCBCCF8A7E7}"/>
              </a:ext>
            </a:extLst>
          </p:cNvPr>
          <p:cNvGraphicFramePr>
            <a:graphicFrameLocks noGrp="1"/>
          </p:cNvGraphicFramePr>
          <p:nvPr/>
        </p:nvGraphicFramePr>
        <p:xfrm>
          <a:off x="317667" y="2577571"/>
          <a:ext cx="6416962" cy="2253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446">
                  <a:extLst>
                    <a:ext uri="{9D8B030D-6E8A-4147-A177-3AD203B41FA5}">
                      <a16:colId xmlns:a16="http://schemas.microsoft.com/office/drawing/2014/main" val="203632303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657458551"/>
                    </a:ext>
                  </a:extLst>
                </a:gridCol>
                <a:gridCol w="1509486">
                  <a:extLst>
                    <a:ext uri="{9D8B030D-6E8A-4147-A177-3AD203B41FA5}">
                      <a16:colId xmlns:a16="http://schemas.microsoft.com/office/drawing/2014/main" val="1525629076"/>
                    </a:ext>
                  </a:extLst>
                </a:gridCol>
                <a:gridCol w="1146629">
                  <a:extLst>
                    <a:ext uri="{9D8B030D-6E8A-4147-A177-3AD203B41FA5}">
                      <a16:colId xmlns:a16="http://schemas.microsoft.com/office/drawing/2014/main" val="2673893474"/>
                    </a:ext>
                  </a:extLst>
                </a:gridCol>
                <a:gridCol w="1262744">
                  <a:extLst>
                    <a:ext uri="{9D8B030D-6E8A-4147-A177-3AD203B41FA5}">
                      <a16:colId xmlns:a16="http://schemas.microsoft.com/office/drawing/2014/main" val="3635440141"/>
                    </a:ext>
                  </a:extLst>
                </a:gridCol>
              </a:tblGrid>
              <a:tr h="733188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Nivel: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Puntaje promedio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Estándares de Aprendizaje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217795"/>
                  </a:ext>
                </a:extLst>
              </a:tr>
              <a:tr h="413180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Adecuado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Elemental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Insuficiente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/>
                </a:tc>
                <a:extLst>
                  <a:ext uri="{0D108BD9-81ED-4DB2-BD59-A6C34878D82A}">
                    <a16:rowId xmlns:a16="http://schemas.microsoft.com/office/drawing/2014/main" val="1493825337"/>
                  </a:ext>
                </a:extLst>
              </a:tr>
              <a:tr h="5808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 Lectura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540416"/>
                  </a:ext>
                </a:extLst>
              </a:tr>
              <a:tr h="5263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Matemática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09340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C8F31275-E008-0A2B-C70D-D6D07D641053}"/>
              </a:ext>
            </a:extLst>
          </p:cNvPr>
          <p:cNvGraphicFramePr>
            <a:graphicFrameLocks noGrp="1"/>
          </p:cNvGraphicFramePr>
          <p:nvPr/>
        </p:nvGraphicFramePr>
        <p:xfrm>
          <a:off x="7484267" y="1279448"/>
          <a:ext cx="3803650" cy="4802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117">
                  <a:extLst>
                    <a:ext uri="{9D8B030D-6E8A-4147-A177-3AD203B41FA5}">
                      <a16:colId xmlns:a16="http://schemas.microsoft.com/office/drawing/2014/main" val="2167376128"/>
                    </a:ext>
                  </a:extLst>
                </a:gridCol>
                <a:gridCol w="2099533">
                  <a:extLst>
                    <a:ext uri="{9D8B030D-6E8A-4147-A177-3AD203B41FA5}">
                      <a16:colId xmlns:a16="http://schemas.microsoft.com/office/drawing/2014/main" val="3681417673"/>
                    </a:ext>
                  </a:extLst>
                </a:gridCol>
              </a:tblGrid>
              <a:tr h="580620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Indicadores de Desarrollo Personal y Social (IDPS)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CFD5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049628"/>
                  </a:ext>
                </a:extLst>
              </a:tr>
              <a:tr h="12770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Autoestima académica y motivación escolar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828152"/>
                  </a:ext>
                </a:extLst>
              </a:tr>
              <a:tr h="11818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Clima de convivencia escolar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517034"/>
                  </a:ext>
                </a:extLst>
              </a:tr>
              <a:tr h="118188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Participación y formación ciudadana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947859"/>
                  </a:ext>
                </a:extLst>
              </a:tr>
              <a:tr h="5806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Hábitos de vida saludable</a:t>
                      </a:r>
                      <a:endParaRPr lang="es-CL" sz="1400" b="0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  <a:endParaRPr lang="es-CL" sz="1400" b="1" kern="1200">
                        <a:solidFill>
                          <a:srgbClr val="084683"/>
                        </a:solidFill>
                        <a:latin typeface="Museo Sans 500" panose="02000000000000000000" pitchFamily="2" charset="77"/>
                        <a:ea typeface="+mn-ea"/>
                        <a:cs typeface="+mn-cs"/>
                      </a:endParaRPr>
                    </a:p>
                  </a:txBody>
                  <a:tcPr marL="73025" marR="73025" marT="0" marB="0"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975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921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A555D-99B8-3068-17A0-0165C23F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9B08F1B6-C790-53B5-7480-C8E94C9867C6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6E57460-ADC3-D275-3AD2-F525DE461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1B13997-AC36-9124-9E6D-5A769FE24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7D03EB13-3FB8-6978-6DF1-9BA121303594}"/>
              </a:ext>
            </a:extLst>
          </p:cNvPr>
          <p:cNvSpPr/>
          <p:nvPr/>
        </p:nvSpPr>
        <p:spPr>
          <a:xfrm>
            <a:off x="749638" y="1192576"/>
            <a:ext cx="5607750" cy="437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2200" b="1">
                <a:solidFill>
                  <a:srgbClr val="084683"/>
                </a:solidFill>
                <a:latin typeface="Museo Sans 500" panose="02000000000000000000" pitchFamily="2" charset="77"/>
              </a:rPr>
              <a:t>7. </a:t>
            </a:r>
            <a:r>
              <a:rPr lang="es-ES" sz="2200" b="1">
                <a:solidFill>
                  <a:srgbClr val="084683"/>
                </a:solidFill>
                <a:latin typeface="Museo Sans 500" panose="02000000000000000000" pitchFamily="2" charset="77"/>
              </a:rPr>
              <a:t>Desarrollo profesional 2025</a:t>
            </a:r>
            <a:endParaRPr lang="es-CL" sz="2200" b="1">
              <a:solidFill>
                <a:srgbClr val="084683"/>
              </a:solidFill>
              <a:latin typeface="Museo Sans 500" panose="02000000000000000000" pitchFamily="2" charset="77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EF6F0D2-E785-2AC0-3AEC-66F0F1B82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951789"/>
              </p:ext>
            </p:extLst>
          </p:nvPr>
        </p:nvGraphicFramePr>
        <p:xfrm>
          <a:off x="564812" y="2013627"/>
          <a:ext cx="7733489" cy="850479"/>
        </p:xfrm>
        <a:graphic>
          <a:graphicData uri="http://schemas.openxmlformats.org/drawingml/2006/table">
            <a:tbl>
              <a:tblPr/>
              <a:tblGrid>
                <a:gridCol w="1273751">
                  <a:extLst>
                    <a:ext uri="{9D8B030D-6E8A-4147-A177-3AD203B41FA5}">
                      <a16:colId xmlns:a16="http://schemas.microsoft.com/office/drawing/2014/main" val="1465245741"/>
                    </a:ext>
                  </a:extLst>
                </a:gridCol>
                <a:gridCol w="1078789">
                  <a:extLst>
                    <a:ext uri="{9D8B030D-6E8A-4147-A177-3AD203B41FA5}">
                      <a16:colId xmlns:a16="http://schemas.microsoft.com/office/drawing/2014/main" val="2024669066"/>
                    </a:ext>
                  </a:extLst>
                </a:gridCol>
                <a:gridCol w="1247756">
                  <a:extLst>
                    <a:ext uri="{9D8B030D-6E8A-4147-A177-3AD203B41FA5}">
                      <a16:colId xmlns:a16="http://schemas.microsoft.com/office/drawing/2014/main" val="4076818794"/>
                    </a:ext>
                  </a:extLst>
                </a:gridCol>
                <a:gridCol w="1286748">
                  <a:extLst>
                    <a:ext uri="{9D8B030D-6E8A-4147-A177-3AD203B41FA5}">
                      <a16:colId xmlns:a16="http://schemas.microsoft.com/office/drawing/2014/main" val="754477013"/>
                    </a:ext>
                  </a:extLst>
                </a:gridCol>
                <a:gridCol w="1338739">
                  <a:extLst>
                    <a:ext uri="{9D8B030D-6E8A-4147-A177-3AD203B41FA5}">
                      <a16:colId xmlns:a16="http://schemas.microsoft.com/office/drawing/2014/main" val="2128607478"/>
                    </a:ext>
                  </a:extLst>
                </a:gridCol>
                <a:gridCol w="1507706">
                  <a:extLst>
                    <a:ext uri="{9D8B030D-6E8A-4147-A177-3AD203B41FA5}">
                      <a16:colId xmlns:a16="http://schemas.microsoft.com/office/drawing/2014/main" val="1331547934"/>
                    </a:ext>
                  </a:extLst>
                </a:gridCol>
              </a:tblGrid>
              <a:tr h="43025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57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Acceso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57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Inicial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57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Temprano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Avanzado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Experto I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Experto II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583681"/>
                  </a:ext>
                </a:extLst>
              </a:tr>
              <a:tr h="42022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57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1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57"/>
                        </a:lnSpc>
                        <a:spcAft>
                          <a:spcPts val="800"/>
                        </a:spcAft>
                        <a:buNone/>
                      </a:pPr>
                      <a:endParaRPr lang="es-ES" sz="1100" b="0" i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57"/>
                        </a:lnSpc>
                        <a:spcAft>
                          <a:spcPts val="800"/>
                        </a:spcAft>
                        <a:buNone/>
                      </a:pPr>
                      <a:endParaRPr lang="es-ES" sz="1100" b="0" i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endParaRPr lang="es-ES" sz="1100" b="0" i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endParaRPr lang="es-ES" sz="1100" b="0" i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endParaRPr lang="es-ES" sz="1100" b="0" i="0">
                        <a:solidFill>
                          <a:srgbClr val="4C483D"/>
                        </a:solidFill>
                        <a:effectLst/>
                        <a:latin typeface="Verdana"/>
                      </a:endParaRP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687149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C14216C0-C470-04E0-63EF-A305C45633AD}"/>
              </a:ext>
            </a:extLst>
          </p:cNvPr>
          <p:cNvSpPr/>
          <p:nvPr/>
        </p:nvSpPr>
        <p:spPr>
          <a:xfrm>
            <a:off x="8415867" y="5171"/>
            <a:ext cx="3775087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</p:spTree>
    <p:extLst>
      <p:ext uri="{BB962C8B-B14F-4D97-AF65-F5344CB8AC3E}">
        <p14:creationId xmlns:p14="http://schemas.microsoft.com/office/powerpoint/2010/main" val="841207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D8123-CEA1-5BC1-0293-7AF836F01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49FD62B3-CA8C-4764-FAFA-BCC8406F58F6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390960-C85B-5031-5582-0BD5F3B85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E612337-0222-5857-53D6-702E93233C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D40F7727-717F-1927-B063-188B4CC92BAF}"/>
              </a:ext>
            </a:extLst>
          </p:cNvPr>
          <p:cNvSpPr/>
          <p:nvPr/>
        </p:nvSpPr>
        <p:spPr>
          <a:xfrm>
            <a:off x="749637" y="1192576"/>
            <a:ext cx="8958567" cy="43742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2200" b="1">
                <a:solidFill>
                  <a:srgbClr val="084683"/>
                </a:solidFill>
                <a:latin typeface="Museo Sans 500"/>
              </a:rPr>
              <a:t>8. </a:t>
            </a:r>
            <a:r>
              <a:rPr lang="es-ES" sz="2200" b="1">
                <a:solidFill>
                  <a:srgbClr val="084683"/>
                </a:solidFill>
                <a:latin typeface="Museo Sans 500"/>
              </a:rPr>
              <a:t>Avances del Plan de Mejoramiento Educativo (PME)</a:t>
            </a:r>
            <a:endParaRPr lang="es-CL" sz="2200" b="1">
              <a:solidFill>
                <a:srgbClr val="084683"/>
              </a:solidFill>
              <a:latin typeface="Museo Sans 50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8E4E90F7-DFD8-4BCE-9D39-7C51656AB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529502"/>
              </p:ext>
            </p:extLst>
          </p:nvPr>
        </p:nvGraphicFramePr>
        <p:xfrm>
          <a:off x="660344" y="2223912"/>
          <a:ext cx="10496145" cy="2467501"/>
        </p:xfrm>
        <a:graphic>
          <a:graphicData uri="http://schemas.openxmlformats.org/drawingml/2006/table">
            <a:tbl>
              <a:tblPr/>
              <a:tblGrid>
                <a:gridCol w="2089074">
                  <a:extLst>
                    <a:ext uri="{9D8B030D-6E8A-4147-A177-3AD203B41FA5}">
                      <a16:colId xmlns:a16="http://schemas.microsoft.com/office/drawing/2014/main" val="3001980927"/>
                    </a:ext>
                  </a:extLst>
                </a:gridCol>
                <a:gridCol w="2249289">
                  <a:extLst>
                    <a:ext uri="{9D8B030D-6E8A-4147-A177-3AD203B41FA5}">
                      <a16:colId xmlns:a16="http://schemas.microsoft.com/office/drawing/2014/main" val="1072714652"/>
                    </a:ext>
                  </a:extLst>
                </a:gridCol>
                <a:gridCol w="6157782">
                  <a:extLst>
                    <a:ext uri="{9D8B030D-6E8A-4147-A177-3AD203B41FA5}">
                      <a16:colId xmlns:a16="http://schemas.microsoft.com/office/drawing/2014/main" val="1399555862"/>
                    </a:ext>
                  </a:extLst>
                </a:gridCol>
              </a:tblGrid>
              <a:tr h="308865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Dimensión 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CL" sz="1400" b="1" kern="1200" err="1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N°</a:t>
                      </a: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acciones 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Evaluación cualitativa en la implementación 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108036"/>
                  </a:ext>
                </a:extLst>
              </a:tr>
              <a:tr h="51052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Liderazgo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627239"/>
                  </a:ext>
                </a:extLst>
              </a:tr>
              <a:tr h="40827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Convivencia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402850"/>
                  </a:ext>
                </a:extLst>
              </a:tr>
              <a:tr h="61991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Gestión Pedagógica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92589"/>
                  </a:ext>
                </a:extLst>
              </a:tr>
              <a:tr h="619916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Gestión de Recursos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buNone/>
                      </a:pPr>
                      <a:r>
                        <a:rPr lang="es-CL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598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661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655DF-BD6D-81CB-679B-ED358E983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1B71173F-4A8C-7A9B-D7FB-EB5E82977E2D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2D1B13C-0A75-ACE9-5ACD-177D41B26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9C724AD-3DA3-4E45-C9BC-B9FC636653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88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37161E5-977C-4C55-0FBA-BDACE6D761C2}"/>
              </a:ext>
            </a:extLst>
          </p:cNvPr>
          <p:cNvSpPr/>
          <p:nvPr/>
        </p:nvSpPr>
        <p:spPr>
          <a:xfrm>
            <a:off x="749637" y="1192576"/>
            <a:ext cx="9396312" cy="43742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2200" b="1">
                <a:solidFill>
                  <a:srgbClr val="084683"/>
                </a:solidFill>
                <a:latin typeface="Museo Sans 500"/>
              </a:rPr>
              <a:t>9. </a:t>
            </a:r>
            <a:r>
              <a:rPr lang="es-ES" sz="2200" b="1">
                <a:solidFill>
                  <a:srgbClr val="084683"/>
                </a:solidFill>
                <a:latin typeface="Museo Sans 500"/>
              </a:rPr>
              <a:t>Otros logros y/o actividades del establecimiento en 2025</a:t>
            </a:r>
            <a:endParaRPr lang="es-CL" sz="2200" b="1">
              <a:solidFill>
                <a:srgbClr val="084683"/>
              </a:solidFill>
              <a:latin typeface="Museo Sans 500"/>
            </a:endParaRP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B6F28991-5F3D-B299-F3A9-2D8F22860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059535"/>
              </p:ext>
            </p:extLst>
          </p:nvPr>
        </p:nvGraphicFramePr>
        <p:xfrm>
          <a:off x="840941" y="2206351"/>
          <a:ext cx="6883400" cy="2444710"/>
        </p:xfrm>
        <a:graphic>
          <a:graphicData uri="http://schemas.openxmlformats.org/drawingml/2006/table">
            <a:tbl>
              <a:tblPr/>
              <a:tblGrid>
                <a:gridCol w="3393602">
                  <a:extLst>
                    <a:ext uri="{9D8B030D-6E8A-4147-A177-3AD203B41FA5}">
                      <a16:colId xmlns:a16="http://schemas.microsoft.com/office/drawing/2014/main" val="1128398890"/>
                    </a:ext>
                  </a:extLst>
                </a:gridCol>
                <a:gridCol w="3489798">
                  <a:extLst>
                    <a:ext uri="{9D8B030D-6E8A-4147-A177-3AD203B41FA5}">
                      <a16:colId xmlns:a16="http://schemas.microsoft.com/office/drawing/2014/main" val="283880749"/>
                    </a:ext>
                  </a:extLst>
                </a:gridCol>
              </a:tblGrid>
              <a:tr h="498238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Logro y/o actividad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400" b="0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Descripción 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298163"/>
                  </a:ext>
                </a:extLst>
              </a:tr>
              <a:tr h="486618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244370"/>
                  </a:ext>
                </a:extLst>
              </a:tr>
              <a:tr h="486618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12489"/>
                  </a:ext>
                </a:extLst>
              </a:tr>
              <a:tr h="486618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377304"/>
                  </a:ext>
                </a:extLst>
              </a:tr>
              <a:tr h="486618"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4109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6356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BC102-AC4E-FFAA-887B-EA01A75CD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6">
            <a:extLst>
              <a:ext uri="{FF2B5EF4-FFF2-40B4-BE49-F238E27FC236}">
                <a16:creationId xmlns:a16="http://schemas.microsoft.com/office/drawing/2014/main" id="{24682E27-8048-79DE-CA50-00453ED2FD07}"/>
              </a:ext>
            </a:extLst>
          </p:cNvPr>
          <p:cNvSpPr txBox="1">
            <a:spLocks/>
          </p:cNvSpPr>
          <p:nvPr/>
        </p:nvSpPr>
        <p:spPr>
          <a:xfrm>
            <a:off x="317667" y="5032606"/>
            <a:ext cx="5778333" cy="352832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_tradnl" sz="20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117AE5-CC3E-ADE8-50E6-3AAF64587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8" y="1279449"/>
            <a:ext cx="361193" cy="3528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A8B8F42-55AD-9734-BFAE-2FE90779E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59"/>
            <a:ext cx="12190954" cy="68585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69D78650-C3A8-3ACE-9113-CE2FE69E23F3}"/>
              </a:ext>
            </a:extLst>
          </p:cNvPr>
          <p:cNvSpPr/>
          <p:nvPr/>
        </p:nvSpPr>
        <p:spPr>
          <a:xfrm>
            <a:off x="749637" y="1192576"/>
            <a:ext cx="7275681" cy="43742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L" sz="2200" b="1">
                <a:solidFill>
                  <a:srgbClr val="084683"/>
                </a:solidFill>
                <a:latin typeface="Museo Sans 500"/>
              </a:rPr>
              <a:t>10. </a:t>
            </a:r>
            <a:r>
              <a:rPr lang="es-ES" sz="2200" b="1">
                <a:solidFill>
                  <a:srgbClr val="084683"/>
                </a:solidFill>
                <a:latin typeface="Museo Sans 500"/>
              </a:rPr>
              <a:t>Desafíos y proyección de funcionamiento 2026 </a:t>
            </a:r>
            <a:endParaRPr lang="es-CL" sz="2200" b="1">
              <a:solidFill>
                <a:srgbClr val="084683"/>
              </a:solidFill>
              <a:latin typeface="Museo Sans 50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1F22D64-25BE-B551-3AFD-E7779A151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283459"/>
              </p:ext>
            </p:extLst>
          </p:nvPr>
        </p:nvGraphicFramePr>
        <p:xfrm>
          <a:off x="840941" y="2011273"/>
          <a:ext cx="7275681" cy="2824524"/>
        </p:xfrm>
        <a:graphic>
          <a:graphicData uri="http://schemas.openxmlformats.org/drawingml/2006/table">
            <a:tbl>
              <a:tblPr/>
              <a:tblGrid>
                <a:gridCol w="2314564">
                  <a:extLst>
                    <a:ext uri="{9D8B030D-6E8A-4147-A177-3AD203B41FA5}">
                      <a16:colId xmlns:a16="http://schemas.microsoft.com/office/drawing/2014/main" val="2605500557"/>
                    </a:ext>
                  </a:extLst>
                </a:gridCol>
                <a:gridCol w="2160486">
                  <a:extLst>
                    <a:ext uri="{9D8B030D-6E8A-4147-A177-3AD203B41FA5}">
                      <a16:colId xmlns:a16="http://schemas.microsoft.com/office/drawing/2014/main" val="659785229"/>
                    </a:ext>
                  </a:extLst>
                </a:gridCol>
                <a:gridCol w="2800631">
                  <a:extLst>
                    <a:ext uri="{9D8B030D-6E8A-4147-A177-3AD203B41FA5}">
                      <a16:colId xmlns:a16="http://schemas.microsoft.com/office/drawing/2014/main" val="3999657217"/>
                    </a:ext>
                  </a:extLst>
                </a:gridCol>
              </a:tblGrid>
              <a:tr h="448902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Líneas de Acción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Estrategia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457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rgbClr val="084683"/>
                          </a:solidFill>
                          <a:latin typeface="Museo Sans 500" panose="02000000000000000000" pitchFamily="2" charset="77"/>
                          <a:ea typeface="+mn-ea"/>
                          <a:cs typeface="+mn-cs"/>
                        </a:rPr>
                        <a:t>Compromisos 2026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200808"/>
                  </a:ext>
                </a:extLst>
              </a:tr>
              <a:tr h="39593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598308"/>
                  </a:ext>
                </a:extLst>
              </a:tr>
              <a:tr h="39593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550620"/>
                  </a:ext>
                </a:extLst>
              </a:tr>
              <a:tr h="39593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059105"/>
                  </a:ext>
                </a:extLst>
              </a:tr>
              <a:tr h="39593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491850"/>
                  </a:ext>
                </a:extLst>
              </a:tr>
              <a:tr h="39593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45680"/>
                  </a:ext>
                </a:extLst>
              </a:tr>
              <a:tr h="39593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95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000" b="0" i="0">
                          <a:solidFill>
                            <a:srgbClr val="4C483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877438"/>
                  </a:ext>
                </a:extLst>
              </a:tr>
            </a:tbl>
          </a:graphicData>
        </a:graphic>
      </p:graphicFrame>
      <p:sp>
        <p:nvSpPr>
          <p:cNvPr id="2" name="Rectángulo 1">
            <a:extLst>
              <a:ext uri="{FF2B5EF4-FFF2-40B4-BE49-F238E27FC236}">
                <a16:creationId xmlns:a16="http://schemas.microsoft.com/office/drawing/2014/main" id="{04CAC052-F815-E49B-D334-C842DC727BF7}"/>
              </a:ext>
            </a:extLst>
          </p:cNvPr>
          <p:cNvSpPr/>
          <p:nvPr/>
        </p:nvSpPr>
        <p:spPr>
          <a:xfrm>
            <a:off x="8415867" y="5171"/>
            <a:ext cx="3775087" cy="6490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>
                <a:solidFill>
                  <a:schemeClr val="bg2">
                    <a:lumMod val="75000"/>
                  </a:schemeClr>
                </a:solidFill>
              </a:rPr>
              <a:t>Insertar imagen</a:t>
            </a:r>
          </a:p>
        </p:txBody>
      </p:sp>
    </p:spTree>
    <p:extLst>
      <p:ext uri="{BB962C8B-B14F-4D97-AF65-F5344CB8AC3E}">
        <p14:creationId xmlns:p14="http://schemas.microsoft.com/office/powerpoint/2010/main" val="2708365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to en blanco y negro de un grupo de personas de pie&#10;&#10;Descripción generada automáticamente">
            <a:extLst>
              <a:ext uri="{FF2B5EF4-FFF2-40B4-BE49-F238E27FC236}">
                <a16:creationId xmlns:a16="http://schemas.microsoft.com/office/drawing/2014/main" id="{5859644C-D55A-5307-4C57-CF5D54B1C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D7BAB82-B177-0EB7-65C2-DDE13905BACA}"/>
              </a:ext>
            </a:extLst>
          </p:cNvPr>
          <p:cNvSpPr/>
          <p:nvPr/>
        </p:nvSpPr>
        <p:spPr>
          <a:xfrm>
            <a:off x="0" y="0"/>
            <a:ext cx="12192000" cy="2695074"/>
          </a:xfrm>
          <a:prstGeom prst="rect">
            <a:avLst/>
          </a:prstGeom>
          <a:gradFill flip="none" rotWithShape="1">
            <a:gsLst>
              <a:gs pos="0">
                <a:srgbClr val="084683"/>
              </a:gs>
              <a:gs pos="99000">
                <a:srgbClr val="084683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514ABD-C3BE-C1B8-A8A0-C910E603E1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" y="0"/>
            <a:ext cx="12189909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D9A3EA8-7652-45D7-8BC4-F511EDFA47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800" y="404248"/>
            <a:ext cx="3243545" cy="143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696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a760d76-56c9-4564-aaf3-217c3e3877a9" xsi:nil="true"/>
    <Descripcion xmlns="90a45df5-754a-416f-a615-16c5d1ea499f" xsi:nil="true"/>
    <lcf76f155ced4ddcb4097134ff3c332f xmlns="90a45df5-754a-416f-a615-16c5d1ea499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89D2D723E31AD49A99754977A535CD5" ma:contentTypeVersion="14" ma:contentTypeDescription="Crear nuevo documento." ma:contentTypeScope="" ma:versionID="001b7acd8f2976038f93c737239349ab">
  <xsd:schema xmlns:xsd="http://www.w3.org/2001/XMLSchema" xmlns:xs="http://www.w3.org/2001/XMLSchema" xmlns:p="http://schemas.microsoft.com/office/2006/metadata/properties" xmlns:ns2="90a45df5-754a-416f-a615-16c5d1ea499f" xmlns:ns3="6a760d76-56c9-4564-aaf3-217c3e3877a9" targetNamespace="http://schemas.microsoft.com/office/2006/metadata/properties" ma:root="true" ma:fieldsID="5799675022c05d4610dc618118321a1c" ns2:_="" ns3:_="">
    <xsd:import namespace="90a45df5-754a-416f-a615-16c5d1ea499f"/>
    <xsd:import namespace="6a760d76-56c9-4564-aaf3-217c3e3877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Descripcion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a45df5-754a-416f-a615-16c5d1ea49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Etiquetas de imagen" ma:readOnly="false" ma:fieldId="{5cf76f15-5ced-4ddc-b409-7134ff3c332f}" ma:taxonomyMulti="true" ma:sspId="e7244f69-ae3d-44f0-8520-e9ca9e484d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Descripcion" ma:index="19" nillable="true" ma:displayName="Descripcion" ma:format="Dropdown" ma:internalName="Descripcion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760d76-56c9-4564-aaf3-217c3e3877a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4946e9c1-d1f5-4fe6-8546-bb8199188854}" ma:internalName="TaxCatchAll" ma:showField="CatchAllData" ma:web="6a760d76-56c9-4564-aaf3-217c3e3877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FCD907-14DC-48EA-8F40-7CED6F7B82CB}">
  <ds:schemaRefs>
    <ds:schemaRef ds:uri="748cff98-b897-40c8-ae0e-e381ba76fbd5"/>
    <ds:schemaRef ds:uri="ed0e0db8-a250-48d2-9db2-22eb567e7a7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A9E4853-F282-480B-B5A7-DCD35CA57D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182489-7AEB-4663-8C53-D78D2A1B427F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Paola Cornejo Gaete</dc:creator>
  <cp:revision>1</cp:revision>
  <dcterms:created xsi:type="dcterms:W3CDTF">2020-02-14T18:21:31Z</dcterms:created>
  <dcterms:modified xsi:type="dcterms:W3CDTF">2026-03-09T18:09:45Z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0x010100C89D2D723E31AD49A99754977A535CD5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2026-03-05T20:46:58Z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1c9e4da2-29f1-483c-bdbb-8582927254f2</vt:lpwstr>
  </property>
  <property fmtid="{D5CDD505-2E9C-101B-9397-08002B2CF9AE}" pid="8" name="MSIP_Label_defa4170-0d19-0005-0004-bc88714345d2_ActionId">
    <vt:lpwstr>d320d576-271f-421c-8554-2818fd51b176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