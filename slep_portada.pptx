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Lang Bustos" userId="cd738e47-e9ed-477c-8328-ffa153e6cf2b" providerId="ADAL" clId="{38C65BC6-B2BA-4D78-B314-0A7D24813B8F}"/>
    <pc:docChg chg="custSel mod modSld">
      <pc:chgData name="Benjamin Lang Bustos" userId="cd738e47-e9ed-477c-8328-ffa153e6cf2b" providerId="ADAL" clId="{38C65BC6-B2BA-4D78-B314-0A7D24813B8F}" dt="2026-03-27T14:00:04.739" v="36" actId="14100"/>
      <pc:docMkLst>
        <pc:docMk/>
      </pc:docMkLst>
      <pc:sldChg chg="delSp modSp mod">
        <pc:chgData name="Benjamin Lang Bustos" userId="cd738e47-e9ed-477c-8328-ffa153e6cf2b" providerId="ADAL" clId="{38C65BC6-B2BA-4D78-B314-0A7D24813B8F}" dt="2026-03-27T14:00:04.739" v="36" actId="14100"/>
        <pc:sldMkLst>
          <pc:docMk/>
          <pc:sldMk cId="0" sldId="256"/>
        </pc:sldMkLst>
        <pc:spChg chg="mod">
          <ac:chgData name="Benjamin Lang Bustos" userId="cd738e47-e9ed-477c-8328-ffa153e6cf2b" providerId="ADAL" clId="{38C65BC6-B2BA-4D78-B314-0A7D24813B8F}" dt="2026-03-27T13:59:54.834" v="3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Benjamin Lang Bustos" userId="cd738e47-e9ed-477c-8328-ffa153e6cf2b" providerId="ADAL" clId="{38C65BC6-B2BA-4D78-B314-0A7D24813B8F}" dt="2026-03-27T13:59:59.352" v="35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Benjamin Lang Bustos" userId="cd738e47-e9ed-477c-8328-ffa153e6cf2b" providerId="ADAL" clId="{38C65BC6-B2BA-4D78-B314-0A7D24813B8F}" dt="2026-03-27T14:00:04.739" v="36" actId="14100"/>
          <ac:spMkLst>
            <pc:docMk/>
            <pc:sldMk cId="0" sldId="256"/>
            <ac:spMk id="25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24.518" v="2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1.722" v="5" actId="478"/>
          <ac:spMkLst>
            <pc:docMk/>
            <pc:sldMk cId="0" sldId="256"/>
            <ac:spMk id="46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3.350" v="8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2.375" v="6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2.857" v="7" actId="478"/>
          <ac:spMkLst>
            <pc:docMk/>
            <pc:sldMk cId="0" sldId="256"/>
            <ac:spMk id="49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3.758" v="9" actId="478"/>
          <ac:spMkLst>
            <pc:docMk/>
            <pc:sldMk cId="0" sldId="256"/>
            <ac:spMk id="50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0.561" v="4" actId="478"/>
          <ac:spMkLst>
            <pc:docMk/>
            <pc:sldMk cId="0" sldId="256"/>
            <ac:spMk id="51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28.822" v="3" actId="478"/>
          <ac:spMkLst>
            <pc:docMk/>
            <pc:sldMk cId="0" sldId="256"/>
            <ac:spMk id="52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4.879" v="11" actId="478"/>
          <ac:spMkLst>
            <pc:docMk/>
            <pc:sldMk cId="0" sldId="256"/>
            <ac:spMk id="53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5.675" v="13" actId="478"/>
          <ac:spMkLst>
            <pc:docMk/>
            <pc:sldMk cId="0" sldId="256"/>
            <ac:spMk id="54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6.120" v="14" actId="478"/>
          <ac:spMkLst>
            <pc:docMk/>
            <pc:sldMk cId="0" sldId="256"/>
            <ac:spMk id="55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35.242" v="12" actId="478"/>
          <ac:spMkLst>
            <pc:docMk/>
            <pc:sldMk cId="0" sldId="256"/>
            <ac:spMk id="56" creationId="{00000000-0000-0000-0000-000000000000}"/>
          </ac:spMkLst>
        </pc:spChg>
        <pc:spChg chg="mod">
          <ac:chgData name="Benjamin Lang Bustos" userId="cd738e47-e9ed-477c-8328-ffa153e6cf2b" providerId="ADAL" clId="{38C65BC6-B2BA-4D78-B314-0A7D24813B8F}" dt="2026-03-27T13:57:34.354" v="10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Benjamin Lang Bustos" userId="cd738e47-e9ed-477c-8328-ffa153e6cf2b" providerId="ADAL" clId="{38C65BC6-B2BA-4D78-B314-0A7D24813B8F}" dt="2026-03-27T13:57:38.783" v="17" actId="20577"/>
          <ac:spMkLst>
            <pc:docMk/>
            <pc:sldMk cId="0" sldId="256"/>
            <ac:spMk id="58" creationId="{00000000-0000-0000-0000-000000000000}"/>
          </ac:spMkLst>
        </pc:spChg>
        <pc:spChg chg="del mod">
          <ac:chgData name="Benjamin Lang Bustos" userId="cd738e47-e9ed-477c-8328-ffa153e6cf2b" providerId="ADAL" clId="{38C65BC6-B2BA-4D78-B314-0A7D24813B8F}" dt="2026-03-27T13:57:39.746" v="18" actId="478"/>
          <ac:spMkLst>
            <pc:docMk/>
            <pc:sldMk cId="0" sldId="256"/>
            <ac:spMk id="59" creationId="{00000000-0000-0000-0000-000000000000}"/>
          </ac:spMkLst>
        </pc:spChg>
        <pc:spChg chg="del mod">
          <ac:chgData name="Benjamin Lang Bustos" userId="cd738e47-e9ed-477c-8328-ffa153e6cf2b" providerId="ADAL" clId="{38C65BC6-B2BA-4D78-B314-0A7D24813B8F}" dt="2026-03-27T13:57:41.021" v="20" actId="478"/>
          <ac:spMkLst>
            <pc:docMk/>
            <pc:sldMk cId="0" sldId="256"/>
            <ac:spMk id="60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53.028" v="30" actId="478"/>
          <ac:spMkLst>
            <pc:docMk/>
            <pc:sldMk cId="0" sldId="256"/>
            <ac:spMk id="61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41.528" v="21" actId="478"/>
          <ac:spMkLst>
            <pc:docMk/>
            <pc:sldMk cId="0" sldId="256"/>
            <ac:spMk id="62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52.447" v="29" actId="478"/>
          <ac:spMkLst>
            <pc:docMk/>
            <pc:sldMk cId="0" sldId="256"/>
            <ac:spMk id="63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43.270" v="22" actId="478"/>
          <ac:spMkLst>
            <pc:docMk/>
            <pc:sldMk cId="0" sldId="256"/>
            <ac:spMk id="64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51.797" v="28" actId="478"/>
          <ac:spMkLst>
            <pc:docMk/>
            <pc:sldMk cId="0" sldId="256"/>
            <ac:spMk id="65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44.359" v="23" actId="478"/>
          <ac:spMkLst>
            <pc:docMk/>
            <pc:sldMk cId="0" sldId="256"/>
            <ac:spMk id="66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51.408" v="27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45.783" v="24" actId="478"/>
          <ac:spMkLst>
            <pc:docMk/>
            <pc:sldMk cId="0" sldId="256"/>
            <ac:spMk id="68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50.723" v="26" actId="478"/>
          <ac:spMkLst>
            <pc:docMk/>
            <pc:sldMk cId="0" sldId="256"/>
            <ac:spMk id="69" creationId="{00000000-0000-0000-0000-000000000000}"/>
          </ac:spMkLst>
        </pc:spChg>
        <pc:spChg chg="del">
          <ac:chgData name="Benjamin Lang Bustos" userId="cd738e47-e9ed-477c-8328-ffa153e6cf2b" providerId="ADAL" clId="{38C65BC6-B2BA-4D78-B314-0A7D24813B8F}" dt="2026-03-27T13:57:46.732" v="25" actId="478"/>
          <ac:spMkLst>
            <pc:docMk/>
            <pc:sldMk cId="0" sldId="256"/>
            <ac:spMk id="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26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1A3A8F">
              <a:alpha val="60000"/>
            </a:srgbClr>
          </a:solidFill>
          <a:ln w="12700">
            <a:solidFill>
              <a:srgbClr val="1A3A8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0F2C6E">
              <a:alpha val="70000"/>
            </a:srgbClr>
          </a:solidFill>
          <a:ln w="12700">
            <a:solidFill>
              <a:srgbClr val="0F2C6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860790" y="333502"/>
            <a:ext cx="118872" cy="448056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8288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18288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0" y="0"/>
            <a:ext cx="182880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18288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182880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11480" y="32004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11480" y="320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90C2FF"/>
                </a:solidFill>
              </a:rPr>
              <a:t>SLEP SANTA ROSA · EDUCACIÓN PÚBLICA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7498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</a:t>
            </a:r>
            <a:r>
              <a:rPr lang="en-US" sz="3200" b="1" dirty="0">
                <a:solidFill>
                  <a:srgbClr val="6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1389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0B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 y Liceos del SLEP Santa Rosa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823087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logo de cada establecimiento para acceder a su ficha con datos actualizados. También puedes ver la ficha consolidada a nivel SLEP desde el logo institucional.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1600200" cy="804672"/>
          </a:xfrm>
          <a:prstGeom prst="rect">
            <a:avLst/>
          </a:prstGeom>
          <a:solidFill>
            <a:srgbClr val="1E3A6E"/>
          </a:solidFill>
          <a:ln w="9525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38912" y="2926080"/>
            <a:ext cx="420624" cy="42062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38912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" y="2834640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generales y ubicación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88820" y="2743200"/>
            <a:ext cx="1600200" cy="804672"/>
          </a:xfrm>
          <a:prstGeom prst="rect">
            <a:avLst/>
          </a:prstGeom>
          <a:solidFill>
            <a:srgbClr val="1E4A3A"/>
          </a:solidFill>
          <a:ln w="9525">
            <a:solidFill>
              <a:srgbClr val="2EC4B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988820" y="2743200"/>
            <a:ext cx="54864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2107692" y="2926080"/>
            <a:ext cx="420624" cy="420624"/>
          </a:xfrm>
          <a:prstGeom prst="ellipse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107692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47188" y="2834640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y asistencia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0" y="2743200"/>
            <a:ext cx="1600200" cy="804672"/>
          </a:xfrm>
          <a:prstGeom prst="rect">
            <a:avLst/>
          </a:prstGeom>
          <a:solidFill>
            <a:srgbClr val="3D1E5A"/>
          </a:solidFill>
          <a:ln w="9525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0" y="2743200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776472" y="2926080"/>
            <a:ext cx="420624" cy="420624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776472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15968" y="2834640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educativos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630168"/>
            <a:ext cx="1600200" cy="804672"/>
          </a:xfrm>
          <a:prstGeom prst="rect">
            <a:avLst/>
          </a:prstGeom>
          <a:solidFill>
            <a:srgbClr val="1E3A6E"/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320040" y="3630168"/>
            <a:ext cx="54864" cy="8046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38912" y="3813048"/>
            <a:ext cx="420624" cy="420624"/>
          </a:xfrm>
          <a:prstGeom prst="ellipse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38912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78408" y="3721608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 y movilidad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88820" y="3630168"/>
            <a:ext cx="1600200" cy="804672"/>
          </a:xfrm>
          <a:prstGeom prst="rect">
            <a:avLst/>
          </a:prstGeom>
          <a:solidFill>
            <a:srgbClr val="4A1E1E"/>
          </a:solidFill>
          <a:ln w="9525">
            <a:solidFill>
              <a:srgbClr val="E6394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1988820" y="3630168"/>
            <a:ext cx="54864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2107692" y="3813048"/>
            <a:ext cx="420624" cy="420624"/>
          </a:xfrm>
          <a:prstGeom prst="ellipse">
            <a:avLst/>
          </a:prstGeom>
          <a:solidFill>
            <a:srgbClr val="E63946">
              <a:alpha val="30000"/>
            </a:srgbClr>
          </a:solidFill>
          <a:ln w="12700">
            <a:solidFill>
              <a:srgbClr val="E6394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107692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647188" y="3721608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Convivencia escolar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0" y="3630168"/>
            <a:ext cx="1600200" cy="804672"/>
          </a:xfrm>
          <a:prstGeom prst="rect">
            <a:avLst/>
          </a:prstGeom>
          <a:solidFill>
            <a:srgbClr val="3A2E00"/>
          </a:solidFill>
          <a:ln w="9525">
            <a:solidFill>
              <a:srgbClr val="F4A26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3657600" y="3630168"/>
            <a:ext cx="54864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3776472" y="3813048"/>
            <a:ext cx="420624" cy="420624"/>
          </a:xfrm>
          <a:prstGeom prst="ellipse">
            <a:avLst/>
          </a:prstGeom>
          <a:solidFill>
            <a:srgbClr val="F4A261">
              <a:alpha val="3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776472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15968" y="3721608"/>
            <a:ext cx="850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Circulares y espacios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76672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58" name="Text 56"/>
          <p:cNvSpPr/>
          <p:nvPr/>
        </p:nvSpPr>
        <p:spPr>
          <a:xfrm>
            <a:off x="5989320" y="18379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71" name="Shape 69"/>
          <p:cNvSpPr/>
          <p:nvPr/>
        </p:nvSpPr>
        <p:spPr>
          <a:xfrm>
            <a:off x="0" y="4919472"/>
            <a:ext cx="5212080" cy="224028"/>
          </a:xfrm>
          <a:prstGeom prst="rect">
            <a:avLst/>
          </a:prstGeom>
          <a:solidFill>
            <a:srgbClr val="1A3A8F">
              <a:alpha val="80000"/>
            </a:srgbClr>
          </a:solidFill>
          <a:ln w="12700">
            <a:solidFill>
              <a:srgbClr val="1A3A8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Text 70"/>
          <p:cNvSpPr/>
          <p:nvPr/>
        </p:nvSpPr>
        <p:spPr>
          <a:xfrm>
            <a:off x="91440" y="4919472"/>
            <a:ext cx="50292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Apoyando la toma de decisiones en educación pública   ·   Acceso abierto a la información institucional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9D2D723E31AD49A99754977A535CD5" ma:contentTypeVersion="12" ma:contentTypeDescription="Crear nuevo documento." ma:contentTypeScope="" ma:versionID="fc6e06cd991f76fd4713db0f638620e9">
  <xsd:schema xmlns:xsd="http://www.w3.org/2001/XMLSchema" xmlns:xs="http://www.w3.org/2001/XMLSchema" xmlns:p="http://schemas.microsoft.com/office/2006/metadata/properties" xmlns:ns2="90a45df5-754a-416f-a615-16c5d1ea499f" xmlns:ns3="6a760d76-56c9-4564-aaf3-217c3e3877a9" targetNamespace="http://schemas.microsoft.com/office/2006/metadata/properties" ma:root="true" ma:fieldsID="1161a42123d2e798d184a36c41e3225a" ns2:_="" ns3:_="">
    <xsd:import namespace="90a45df5-754a-416f-a615-16c5d1ea499f"/>
    <xsd:import namespace="6a760d76-56c9-4564-aaf3-217c3e3877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Descripc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45df5-754a-416f-a615-16c5d1ea49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e7244f69-ae3d-44f0-8520-e9ca9e484d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Descripcion" ma:index="19" nillable="true" ma:displayName="Descripcion" ma:format="Dropdown" ma:internalName="Descripc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60d76-56c9-4564-aaf3-217c3e3877a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46e9c1-d1f5-4fe6-8546-bb8199188854}" ma:internalName="TaxCatchAll" ma:showField="CatchAllData" ma:web="6a760d76-56c9-4564-aaf3-217c3e3877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on xmlns="90a45df5-754a-416f-a615-16c5d1ea499f" xsi:nil="true"/>
    <lcf76f155ced4ddcb4097134ff3c332f xmlns="90a45df5-754a-416f-a615-16c5d1ea499f">
      <Terms xmlns="http://schemas.microsoft.com/office/infopath/2007/PartnerControls"/>
    </lcf76f155ced4ddcb4097134ff3c332f>
    <TaxCatchAll xmlns="6a760d76-56c9-4564-aaf3-217c3e3877a9" xsi:nil="true"/>
  </documentManagement>
</p:properties>
</file>

<file path=customXml/itemProps1.xml><?xml version="1.0" encoding="utf-8"?>
<ds:datastoreItem xmlns:ds="http://schemas.openxmlformats.org/officeDocument/2006/customXml" ds:itemID="{130A7E73-0D31-4D51-9168-74C4DF436529}"/>
</file>

<file path=customXml/itemProps2.xml><?xml version="1.0" encoding="utf-8"?>
<ds:datastoreItem xmlns:ds="http://schemas.openxmlformats.org/officeDocument/2006/customXml" ds:itemID="{5365326C-0227-4138-9BA8-C5CFA6B87589}"/>
</file>

<file path=customXml/itemProps3.xml><?xml version="1.0" encoding="utf-8"?>
<ds:datastoreItem xmlns:ds="http://schemas.openxmlformats.org/officeDocument/2006/customXml" ds:itemID="{A0945187-6D9D-47D4-8AA8-24E57604AA0F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</Words>
  <Application>Microsoft Office PowerPoint</Application>
  <PresentationFormat>Presentación en pantalla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SLEP Santa Rosa - Fichas Institucionales</dc:title>
  <dc:subject>PptxGenJS Presentation</dc:subject>
  <dc:creator>PptxGenJS</dc:creator>
  <cp:lastModifiedBy>Benjamin Lang Bustos</cp:lastModifiedBy>
  <cp:revision>1</cp:revision>
  <dcterms:created xsi:type="dcterms:W3CDTF">2026-03-27T13:53:50Z</dcterms:created>
  <dcterms:modified xsi:type="dcterms:W3CDTF">2026-03-27T14:00:09Z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2026-03-27T13:57:22Z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1c9e4da2-29f1-483c-bdbb-8582927254f2</vt:lpwstr>
  </property>
  <property fmtid="{D5CDD505-2E9C-101B-9397-08002B2CF9AE}" pid="7" name="MSIP_Label_defa4170-0d19-0005-0004-bc88714345d2_ActionId">
    <vt:lpwstr>2f70f44c-b3ed-499d-91ee-4a1c2fd5a80f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MediaServiceImageTags">
    <vt:lpwstr/>
  </property>
  <property fmtid="{D5CDD505-2E9C-101B-9397-08002B2CF9AE}" pid="11" name="ContentTypeId">
    <vt:lpwstr>0x010100C89D2D723E31AD49A99754977A535CD5</vt:lpwstr>
  </property>
  <property fmtid="{D5CDD505-2E9C-101B-9397-08002B2CF9AE}" pid="12" name="_SourceUrl">
    <vt:lpwstr/>
  </property>
  <property fmtid="{D5CDD505-2E9C-101B-9397-08002B2CF9AE}" pid="13" name="_SharedFileIndex">
    <vt:lpwstr/>
  </property>
  <property fmtid="{D5CDD505-2E9C-101B-9397-08002B2CF9AE}" pid="14" name="ComplianceAssetId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</Properties>
</file>